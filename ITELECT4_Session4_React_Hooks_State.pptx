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800" r:id="rId2"/>
    <p:sldId id="801" r:id="rId3"/>
    <p:sldId id="802" r:id="rId4"/>
    <p:sldId id="803" r:id="rId5"/>
    <p:sldId id="804" r:id="rId6"/>
    <p:sldId id="826" r:id="rId7"/>
    <p:sldId id="805" r:id="rId8"/>
    <p:sldId id="806" r:id="rId9"/>
    <p:sldId id="807" r:id="rId10"/>
    <p:sldId id="808" r:id="rId11"/>
    <p:sldId id="809" r:id="rId12"/>
    <p:sldId id="810" r:id="rId13"/>
    <p:sldId id="811" r:id="rId14"/>
    <p:sldId id="812" r:id="rId15"/>
    <p:sldId id="813" r:id="rId16"/>
    <p:sldId id="814" r:id="rId17"/>
    <p:sldId id="815" r:id="rId18"/>
    <p:sldId id="816" r:id="rId19"/>
    <p:sldId id="817" r:id="rId20"/>
    <p:sldId id="818" r:id="rId21"/>
    <p:sldId id="827" r:id="rId22"/>
    <p:sldId id="819" r:id="rId23"/>
    <p:sldId id="820" r:id="rId24"/>
    <p:sldId id="821" r:id="rId25"/>
    <p:sldId id="822" r:id="rId26"/>
    <p:sldId id="823" r:id="rId27"/>
    <p:sldId id="824" r:id="rId28"/>
    <p:sldId id="825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F81B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360B5-946C-4658-8D62-AA424FC428C0}" v="174" dt="2026-03-13T20:47:33.346"/>
    <p1510:client id="{CC451A95-BDCB-4280-8894-391C67D96DAB}" v="4" dt="2026-03-13T16:44:44.229"/>
  </p1510:revLst>
</p1510:revInfo>
</file>

<file path=ppt/tableStyles.xml><?xml version="1.0" encoding="utf-8"?>
<a:tblStyleLst xmlns:a="http://schemas.openxmlformats.org/drawingml/2006/main" def="{82C32569-972F-442D-A917-3DC59C446BBB}">
  <a:tblStyle styleId="{82C32569-972F-442D-A917-3DC59C446B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6247" autoAdjust="0"/>
  </p:normalViewPr>
  <p:slideViewPr>
    <p:cSldViewPr snapToGrid="0">
      <p:cViewPr>
        <p:scale>
          <a:sx n="150" d="100"/>
          <a:sy n="150" d="100"/>
        </p:scale>
        <p:origin x="61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oi Magpantay" userId="1871958f-a64c-48fc-b784-651cf64b29bc" providerId="ADAL" clId="{44BC1980-1565-4189-B4F3-69EBD89CF9CE}"/>
    <pc:docChg chg="undo redo custSel addSld delSld modSld sldOrd">
      <pc:chgData name="Meloi Magpantay" userId="1871958f-a64c-48fc-b784-651cf64b29bc" providerId="ADAL" clId="{44BC1980-1565-4189-B4F3-69EBD89CF9CE}" dt="2026-03-13T20:47:44.138" v="41146" actId="20577"/>
      <pc:docMkLst>
        <pc:docMk/>
      </pc:docMkLst>
      <pc:sldChg chg="addSp delSp modSp del mod setBg">
        <pc:chgData name="Meloi Magpantay" userId="1871958f-a64c-48fc-b784-651cf64b29bc" providerId="ADAL" clId="{44BC1980-1565-4189-B4F3-69EBD89CF9CE}" dt="2026-03-13T18:53:03.853" v="39326" actId="47"/>
        <pc:sldMkLst>
          <pc:docMk/>
          <pc:sldMk cId="0" sldId="256"/>
        </pc:sldMkLst>
      </pc:sldChg>
      <pc:sldChg chg="addSp delSp modSp del mod ord">
        <pc:chgData name="Meloi Magpantay" userId="1871958f-a64c-48fc-b784-651cf64b29bc" providerId="ADAL" clId="{44BC1980-1565-4189-B4F3-69EBD89CF9CE}" dt="2026-03-13T18:53:09.064" v="39328" actId="47"/>
        <pc:sldMkLst>
          <pc:docMk/>
          <pc:sldMk cId="0" sldId="257"/>
        </pc:sldMkLst>
      </pc:sldChg>
      <pc:sldChg chg="addSp delSp modSp del mod ord modNotesTx">
        <pc:chgData name="Meloi Magpantay" userId="1871958f-a64c-48fc-b784-651cf64b29bc" providerId="ADAL" clId="{44BC1980-1565-4189-B4F3-69EBD89CF9CE}" dt="2026-03-13T19:31:53.116" v="39916" actId="47"/>
        <pc:sldMkLst>
          <pc:docMk/>
          <pc:sldMk cId="0" sldId="258"/>
        </pc:sldMkLst>
      </pc:sldChg>
      <pc:sldChg chg="addSp delSp modSp del mod ord">
        <pc:chgData name="Meloi Magpantay" userId="1871958f-a64c-48fc-b784-651cf64b29bc" providerId="ADAL" clId="{44BC1980-1565-4189-B4F3-69EBD89CF9CE}" dt="2026-03-13T18:53:09.302" v="39329" actId="47"/>
        <pc:sldMkLst>
          <pc:docMk/>
          <pc:sldMk cId="0" sldId="259"/>
        </pc:sldMkLst>
      </pc:sldChg>
      <pc:sldChg chg="addSp delSp modSp del mod ord modNotesTx">
        <pc:chgData name="Meloi Magpantay" userId="1871958f-a64c-48fc-b784-651cf64b29bc" providerId="ADAL" clId="{44BC1980-1565-4189-B4F3-69EBD89CF9CE}" dt="2026-03-13T18:53:10.265" v="39331" actId="47"/>
        <pc:sldMkLst>
          <pc:docMk/>
          <pc:sldMk cId="0" sldId="261"/>
        </pc:sldMkLst>
      </pc:sldChg>
      <pc:sldChg chg="addSp delSp modSp del mod ord modNotes modNotesTx">
        <pc:chgData name="Meloi Magpantay" userId="1871958f-a64c-48fc-b784-651cf64b29bc" providerId="ADAL" clId="{44BC1980-1565-4189-B4F3-69EBD89CF9CE}" dt="2026-03-13T18:53:11.509" v="39333" actId="47"/>
        <pc:sldMkLst>
          <pc:docMk/>
          <pc:sldMk cId="0" sldId="265"/>
        </pc:sldMkLst>
      </pc:sldChg>
      <pc:sldChg chg="addSp delSp modSp add del mod">
        <pc:chgData name="Meloi Magpantay" userId="1871958f-a64c-48fc-b784-651cf64b29bc" providerId="ADAL" clId="{44BC1980-1565-4189-B4F3-69EBD89CF9CE}" dt="2026-03-13T18:53:08.854" v="39327" actId="47"/>
        <pc:sldMkLst>
          <pc:docMk/>
          <pc:sldMk cId="257488637" sldId="292"/>
        </pc:sldMkLst>
      </pc:sldChg>
      <pc:sldChg chg="addSp delSp modSp add del mod">
        <pc:chgData name="Meloi Magpantay" userId="1871958f-a64c-48fc-b784-651cf64b29bc" providerId="ADAL" clId="{44BC1980-1565-4189-B4F3-69EBD89CF9CE}" dt="2026-03-13T18:53:09.853" v="39330" actId="47"/>
        <pc:sldMkLst>
          <pc:docMk/>
          <pc:sldMk cId="2719386292" sldId="293"/>
        </pc:sldMkLst>
      </pc:sldChg>
      <pc:sldChg chg="addSp delSp modSp add del mod ord">
        <pc:chgData name="Meloi Magpantay" userId="1871958f-a64c-48fc-b784-651cf64b29bc" providerId="ADAL" clId="{44BC1980-1565-4189-B4F3-69EBD89CF9CE}" dt="2026-03-13T19:31:53.577" v="39917" actId="47"/>
        <pc:sldMkLst>
          <pc:docMk/>
          <pc:sldMk cId="2570860476" sldId="323"/>
        </pc:sldMkLst>
      </pc:sldChg>
      <pc:sldChg chg="addSp delSp modSp add del mod ord">
        <pc:chgData name="Meloi Magpantay" userId="1871958f-a64c-48fc-b784-651cf64b29bc" providerId="ADAL" clId="{44BC1980-1565-4189-B4F3-69EBD89CF9CE}" dt="2026-03-13T19:31:54.126" v="39918" actId="47"/>
        <pc:sldMkLst>
          <pc:docMk/>
          <pc:sldMk cId="1059914964" sldId="333"/>
        </pc:sldMkLst>
      </pc:sldChg>
      <pc:sldChg chg="addSp delSp modSp add mod ord">
        <pc:chgData name="Meloi Magpantay" userId="1871958f-a64c-48fc-b784-651cf64b29bc" providerId="ADAL" clId="{44BC1980-1565-4189-B4F3-69EBD89CF9CE}" dt="2026-03-13T18:57:39.595" v="39372" actId="14100"/>
        <pc:sldMkLst>
          <pc:docMk/>
          <pc:sldMk cId="3818801745" sldId="334"/>
        </pc:sldMkLst>
        <pc:spChg chg="add mod">
          <ac:chgData name="Meloi Magpantay" userId="1871958f-a64c-48fc-b784-651cf64b29bc" providerId="ADAL" clId="{44BC1980-1565-4189-B4F3-69EBD89CF9CE}" dt="2026-03-13T18:53:46.177" v="39337"/>
          <ac:spMkLst>
            <pc:docMk/>
            <pc:sldMk cId="3818801745" sldId="334"/>
            <ac:spMk id="2" creationId="{0E6649FD-6711-A993-1EEE-AB7A2C37E5D3}"/>
          </ac:spMkLst>
        </pc:spChg>
        <pc:spChg chg="add mod">
          <ac:chgData name="Meloi Magpantay" userId="1871958f-a64c-48fc-b784-651cf64b29bc" providerId="ADAL" clId="{44BC1980-1565-4189-B4F3-69EBD89CF9CE}" dt="2026-03-13T18:57:39.595" v="39372" actId="14100"/>
          <ac:spMkLst>
            <pc:docMk/>
            <pc:sldMk cId="3818801745" sldId="334"/>
            <ac:spMk id="3" creationId="{BF780D33-80FD-C182-BD4E-B40E01BD5E77}"/>
          </ac:spMkLst>
        </pc:spChg>
        <pc:spChg chg="add mod">
          <ac:chgData name="Meloi Magpantay" userId="1871958f-a64c-48fc-b784-651cf64b29bc" providerId="ADAL" clId="{44BC1980-1565-4189-B4F3-69EBD89CF9CE}" dt="2026-03-13T18:57:28.832" v="39370" actId="1076"/>
          <ac:spMkLst>
            <pc:docMk/>
            <pc:sldMk cId="3818801745" sldId="334"/>
            <ac:spMk id="4" creationId="{64D68219-7AF2-CFA7-636C-228404BC7491}"/>
          </ac:spMkLst>
        </pc:spChg>
        <pc:spChg chg="mod">
          <ac:chgData name="Meloi Magpantay" userId="1871958f-a64c-48fc-b784-651cf64b29bc" providerId="ADAL" clId="{44BC1980-1565-4189-B4F3-69EBD89CF9CE}" dt="2026-03-13T18:52:44.292" v="39287" actId="20577"/>
          <ac:spMkLst>
            <pc:docMk/>
            <pc:sldMk cId="3818801745" sldId="334"/>
            <ac:spMk id="168" creationId="{A9344213-7C05-8A39-36DB-698C087EA2F4}"/>
          </ac:spMkLst>
        </pc:spChg>
        <pc:spChg chg="mod">
          <ac:chgData name="Meloi Magpantay" userId="1871958f-a64c-48fc-b784-651cf64b29bc" providerId="ADAL" clId="{44BC1980-1565-4189-B4F3-69EBD89CF9CE}" dt="2026-03-13T18:52:57.553" v="39325" actId="20577"/>
          <ac:spMkLst>
            <pc:docMk/>
            <pc:sldMk cId="3818801745" sldId="334"/>
            <ac:spMk id="169" creationId="{10708939-A4A1-0238-E977-B3E34E5DF4D0}"/>
          </ac:spMkLst>
        </pc:spChg>
      </pc:sldChg>
      <pc:sldChg chg="addSp delSp modSp add del mod modNotesTx">
        <pc:chgData name="Meloi Magpantay" userId="1871958f-a64c-48fc-b784-651cf64b29bc" providerId="ADAL" clId="{44BC1980-1565-4189-B4F3-69EBD89CF9CE}" dt="2026-03-13T19:31:52.229" v="39914" actId="47"/>
        <pc:sldMkLst>
          <pc:docMk/>
          <pc:sldMk cId="1255193366" sldId="336"/>
        </pc:sldMkLst>
        <pc:spChg chg="add mod">
          <ac:chgData name="Meloi Magpantay" userId="1871958f-a64c-48fc-b784-651cf64b29bc" providerId="ADAL" clId="{44BC1980-1565-4189-B4F3-69EBD89CF9CE}" dt="2026-03-13T18:55:53.659" v="39347" actId="20577"/>
          <ac:spMkLst>
            <pc:docMk/>
            <pc:sldMk cId="1255193366" sldId="336"/>
            <ac:spMk id="2" creationId="{6C60A5FE-B4E0-3E50-46D0-5CC71D96EA28}"/>
          </ac:spMkLst>
        </pc:spChg>
      </pc:sldChg>
      <pc:sldChg chg="addSp delSp modSp add del mod setBg">
        <pc:chgData name="Meloi Magpantay" userId="1871958f-a64c-48fc-b784-651cf64b29bc" providerId="ADAL" clId="{44BC1980-1565-4189-B4F3-69EBD89CF9CE}" dt="2026-03-13T18:53:10.693" v="39332" actId="47"/>
        <pc:sldMkLst>
          <pc:docMk/>
          <pc:sldMk cId="2946088664" sldId="337"/>
        </pc:sldMkLst>
      </pc:sldChg>
      <pc:sldChg chg="modSp add del mod">
        <pc:chgData name="Meloi Magpantay" userId="1871958f-a64c-48fc-b784-651cf64b29bc" providerId="ADAL" clId="{44BC1980-1565-4189-B4F3-69EBD89CF9CE}" dt="2026-03-13T19:31:52.684" v="39915" actId="47"/>
        <pc:sldMkLst>
          <pc:docMk/>
          <pc:sldMk cId="1720222369" sldId="338"/>
        </pc:sldMkLst>
      </pc:sldChg>
      <pc:sldChg chg="addSp delSp modSp add del mod ord">
        <pc:chgData name="Meloi Magpantay" userId="1871958f-a64c-48fc-b784-651cf64b29bc" providerId="ADAL" clId="{44BC1980-1565-4189-B4F3-69EBD89CF9CE}" dt="2026-03-13T19:31:54.457" v="39919" actId="47"/>
        <pc:sldMkLst>
          <pc:docMk/>
          <pc:sldMk cId="2955869249" sldId="340"/>
        </pc:sldMkLst>
      </pc:sldChg>
      <pc:sldChg chg="addSp delSp modSp add del mod">
        <pc:chgData name="Meloi Magpantay" userId="1871958f-a64c-48fc-b784-651cf64b29bc" providerId="ADAL" clId="{44BC1980-1565-4189-B4F3-69EBD89CF9CE}" dt="2026-03-13T19:31:55.355" v="39920" actId="47"/>
        <pc:sldMkLst>
          <pc:docMk/>
          <pc:sldMk cId="2755609226" sldId="341"/>
        </pc:sldMkLst>
      </pc:sldChg>
      <pc:sldChg chg="modSp add del mod ord">
        <pc:chgData name="Meloi Magpantay" userId="1871958f-a64c-48fc-b784-651cf64b29bc" providerId="ADAL" clId="{44BC1980-1565-4189-B4F3-69EBD89CF9CE}" dt="2026-03-13T19:31:55.831" v="39921" actId="47"/>
        <pc:sldMkLst>
          <pc:docMk/>
          <pc:sldMk cId="779067243" sldId="342"/>
        </pc:sldMkLst>
      </pc:sldChg>
      <pc:sldChg chg="addSp delSp modSp add del mod ord">
        <pc:chgData name="Meloi Magpantay" userId="1871958f-a64c-48fc-b784-651cf64b29bc" providerId="ADAL" clId="{44BC1980-1565-4189-B4F3-69EBD89CF9CE}" dt="2026-03-13T19:31:56.341" v="39922" actId="47"/>
        <pc:sldMkLst>
          <pc:docMk/>
          <pc:sldMk cId="915589712" sldId="343"/>
        </pc:sldMkLst>
      </pc:sldChg>
      <pc:sldChg chg="modSp add del mod ord">
        <pc:chgData name="Meloi Magpantay" userId="1871958f-a64c-48fc-b784-651cf64b29bc" providerId="ADAL" clId="{44BC1980-1565-4189-B4F3-69EBD89CF9CE}" dt="2026-03-13T19:31:56.914" v="39923" actId="47"/>
        <pc:sldMkLst>
          <pc:docMk/>
          <pc:sldMk cId="3663383417" sldId="344"/>
        </pc:sldMkLst>
      </pc:sldChg>
      <pc:sldChg chg="addSp delSp modSp add del mod ord">
        <pc:chgData name="Meloi Magpantay" userId="1871958f-a64c-48fc-b784-651cf64b29bc" providerId="ADAL" clId="{44BC1980-1565-4189-B4F3-69EBD89CF9CE}" dt="2026-03-13T19:31:57.298" v="39924" actId="47"/>
        <pc:sldMkLst>
          <pc:docMk/>
          <pc:sldMk cId="2864951980" sldId="345"/>
        </pc:sldMkLst>
      </pc:sldChg>
      <pc:sldChg chg="modSp add del mod ord">
        <pc:chgData name="Meloi Magpantay" userId="1871958f-a64c-48fc-b784-651cf64b29bc" providerId="ADAL" clId="{44BC1980-1565-4189-B4F3-69EBD89CF9CE}" dt="2026-03-13T19:31:57.817" v="39925" actId="47"/>
        <pc:sldMkLst>
          <pc:docMk/>
          <pc:sldMk cId="2652991272" sldId="346"/>
        </pc:sldMkLst>
      </pc:sldChg>
      <pc:sldChg chg="addSp delSp modSp add del mod ord">
        <pc:chgData name="Meloi Magpantay" userId="1871958f-a64c-48fc-b784-651cf64b29bc" providerId="ADAL" clId="{44BC1980-1565-4189-B4F3-69EBD89CF9CE}" dt="2026-03-13T19:31:58.260" v="39926" actId="47"/>
        <pc:sldMkLst>
          <pc:docMk/>
          <pc:sldMk cId="2261484387" sldId="347"/>
        </pc:sldMkLst>
      </pc:sldChg>
      <pc:sldChg chg="delSp modSp add del mod">
        <pc:chgData name="Meloi Magpantay" userId="1871958f-a64c-48fc-b784-651cf64b29bc" providerId="ADAL" clId="{44BC1980-1565-4189-B4F3-69EBD89CF9CE}" dt="2026-03-13T19:31:58.616" v="39927" actId="47"/>
        <pc:sldMkLst>
          <pc:docMk/>
          <pc:sldMk cId="2296708456" sldId="348"/>
        </pc:sldMkLst>
      </pc:sldChg>
      <pc:sldChg chg="addSp delSp modSp add del mod">
        <pc:chgData name="Meloi Magpantay" userId="1871958f-a64c-48fc-b784-651cf64b29bc" providerId="ADAL" clId="{44BC1980-1565-4189-B4F3-69EBD89CF9CE}" dt="2026-03-13T19:31:59.395" v="39929" actId="47"/>
        <pc:sldMkLst>
          <pc:docMk/>
          <pc:sldMk cId="735081830" sldId="349"/>
        </pc:sldMkLst>
        <pc:spChg chg="add del mod">
          <ac:chgData name="Meloi Magpantay" userId="1871958f-a64c-48fc-b784-651cf64b29bc" providerId="ADAL" clId="{44BC1980-1565-4189-B4F3-69EBD89CF9CE}" dt="2026-03-13T16:42:09.542" v="39014" actId="478"/>
          <ac:spMkLst>
            <pc:docMk/>
            <pc:sldMk cId="735081830" sldId="349"/>
            <ac:spMk id="3" creationId="{46775873-E252-F4F6-CB82-D19431FE3B7E}"/>
          </ac:spMkLst>
        </pc:spChg>
        <pc:spChg chg="add del mod">
          <ac:chgData name="Meloi Magpantay" userId="1871958f-a64c-48fc-b784-651cf64b29bc" providerId="ADAL" clId="{44BC1980-1565-4189-B4F3-69EBD89CF9CE}" dt="2026-03-13T16:42:11.426" v="39015" actId="478"/>
          <ac:spMkLst>
            <pc:docMk/>
            <pc:sldMk cId="735081830" sldId="349"/>
            <ac:spMk id="4" creationId="{BFB74BFD-8173-6D3F-28E6-3850AF44A2D0}"/>
          </ac:spMkLst>
        </pc:spChg>
        <pc:spChg chg="add mod">
          <ac:chgData name="Meloi Magpantay" userId="1871958f-a64c-48fc-b784-651cf64b29bc" providerId="ADAL" clId="{44BC1980-1565-4189-B4F3-69EBD89CF9CE}" dt="2026-03-13T16:43:05.839" v="39026" actId="20577"/>
          <ac:spMkLst>
            <pc:docMk/>
            <pc:sldMk cId="735081830" sldId="349"/>
            <ac:spMk id="5" creationId="{1FEC6682-FE76-9764-F124-8DEE299762C0}"/>
          </ac:spMkLst>
        </pc:spChg>
        <pc:spChg chg="add mod">
          <ac:chgData name="Meloi Magpantay" userId="1871958f-a64c-48fc-b784-651cf64b29bc" providerId="ADAL" clId="{44BC1980-1565-4189-B4F3-69EBD89CF9CE}" dt="2026-03-13T16:43:11.475" v="39028" actId="1076"/>
          <ac:spMkLst>
            <pc:docMk/>
            <pc:sldMk cId="735081830" sldId="349"/>
            <ac:spMk id="6" creationId="{DDD33EA8-922D-B03C-8DA3-71C39E5242D8}"/>
          </ac:spMkLst>
        </pc:spChg>
      </pc:sldChg>
      <pc:sldChg chg="delSp modSp add del mod">
        <pc:chgData name="Meloi Magpantay" userId="1871958f-a64c-48fc-b784-651cf64b29bc" providerId="ADAL" clId="{44BC1980-1565-4189-B4F3-69EBD89CF9CE}" dt="2026-03-13T16:43:17.344" v="39029" actId="47"/>
        <pc:sldMkLst>
          <pc:docMk/>
          <pc:sldMk cId="3225177983" sldId="350"/>
        </pc:sldMkLst>
        <pc:spChg chg="del mod">
          <ac:chgData name="Meloi Magpantay" userId="1871958f-a64c-48fc-b784-651cf64b29bc" providerId="ADAL" clId="{44BC1980-1565-4189-B4F3-69EBD89CF9CE}" dt="2026-03-13T16:42:21.254" v="39017" actId="21"/>
          <ac:spMkLst>
            <pc:docMk/>
            <pc:sldMk cId="3225177983" sldId="350"/>
            <ac:spMk id="5" creationId="{DDD33EA8-922D-B03C-8DA3-71C39E5242D8}"/>
          </ac:spMkLst>
        </pc:spChg>
      </pc:sldChg>
      <pc:sldChg chg="addSp delSp modSp add del mod">
        <pc:chgData name="Meloi Magpantay" userId="1871958f-a64c-48fc-b784-651cf64b29bc" providerId="ADAL" clId="{44BC1980-1565-4189-B4F3-69EBD89CF9CE}" dt="2026-03-13T19:31:59.824" v="39930" actId="47"/>
        <pc:sldMkLst>
          <pc:docMk/>
          <pc:sldMk cId="3127347857" sldId="351"/>
        </pc:sldMkLst>
        <pc:spChg chg="add mod">
          <ac:chgData name="Meloi Magpantay" userId="1871958f-a64c-48fc-b784-651cf64b29bc" providerId="ADAL" clId="{44BC1980-1565-4189-B4F3-69EBD89CF9CE}" dt="2026-03-13T16:44:26.273" v="39039" actId="14100"/>
          <ac:spMkLst>
            <pc:docMk/>
            <pc:sldMk cId="3127347857" sldId="351"/>
            <ac:spMk id="3" creationId="{D3E082F8-47C4-4F85-C58B-D366641DEE7E}"/>
          </ac:spMkLst>
        </pc:spChg>
        <pc:spChg chg="add del mod">
          <ac:chgData name="Meloi Magpantay" userId="1871958f-a64c-48fc-b784-651cf64b29bc" providerId="ADAL" clId="{44BC1980-1565-4189-B4F3-69EBD89CF9CE}" dt="2026-03-13T16:44:05.441" v="39031" actId="478"/>
          <ac:spMkLst>
            <pc:docMk/>
            <pc:sldMk cId="3127347857" sldId="351"/>
            <ac:spMk id="4" creationId="{645B7E61-A80E-A1AC-9215-00B4827F9201}"/>
          </ac:spMkLst>
        </pc:spChg>
        <pc:spChg chg="mod">
          <ac:chgData name="Meloi Magpantay" userId="1871958f-a64c-48fc-b784-651cf64b29bc" providerId="ADAL" clId="{44BC1980-1565-4189-B4F3-69EBD89CF9CE}" dt="2026-03-13T16:44:13.087" v="39034" actId="14100"/>
          <ac:spMkLst>
            <pc:docMk/>
            <pc:sldMk cId="3127347857" sldId="351"/>
            <ac:spMk id="5" creationId="{1D747E74-8C89-0535-40C7-2AA39C0634F2}"/>
          </ac:spMkLst>
        </pc:spChg>
      </pc:sldChg>
      <pc:sldChg chg="delSp modSp add del mod">
        <pc:chgData name="Meloi Magpantay" userId="1871958f-a64c-48fc-b784-651cf64b29bc" providerId="ADAL" clId="{44BC1980-1565-4189-B4F3-69EBD89CF9CE}" dt="2026-03-13T19:32:04.513" v="39932" actId="47"/>
        <pc:sldMkLst>
          <pc:docMk/>
          <pc:sldMk cId="4080171764" sldId="352"/>
        </pc:sldMkLst>
      </pc:sldChg>
      <pc:sldChg chg="delSp modSp add del mod ord">
        <pc:chgData name="Meloi Magpantay" userId="1871958f-a64c-48fc-b784-651cf64b29bc" providerId="ADAL" clId="{44BC1980-1565-4189-B4F3-69EBD89CF9CE}" dt="2026-03-13T19:31:59.093" v="39928" actId="47"/>
        <pc:sldMkLst>
          <pc:docMk/>
          <pc:sldMk cId="1487791964" sldId="353"/>
        </pc:sldMkLst>
        <pc:spChg chg="mod">
          <ac:chgData name="Meloi Magpantay" userId="1871958f-a64c-48fc-b784-651cf64b29bc" providerId="ADAL" clId="{44BC1980-1565-4189-B4F3-69EBD89CF9CE}" dt="2026-03-13T16:41:53.110" v="39010" actId="1076"/>
          <ac:spMkLst>
            <pc:docMk/>
            <pc:sldMk cId="1487791964" sldId="353"/>
            <ac:spMk id="3" creationId="{E05B5DA9-C9DD-F2C5-5432-A02FB9D96FD0}"/>
          </ac:spMkLst>
        </pc:spChg>
        <pc:spChg chg="mod">
          <ac:chgData name="Meloi Magpantay" userId="1871958f-a64c-48fc-b784-651cf64b29bc" providerId="ADAL" clId="{44BC1980-1565-4189-B4F3-69EBD89CF9CE}" dt="2026-03-13T16:41:57.486" v="39011" actId="14100"/>
          <ac:spMkLst>
            <pc:docMk/>
            <pc:sldMk cId="1487791964" sldId="353"/>
            <ac:spMk id="4" creationId="{279D066F-809C-696D-EDE3-D77085007168}"/>
          </ac:spMkLst>
        </pc:spChg>
        <pc:spChg chg="del">
          <ac:chgData name="Meloi Magpantay" userId="1871958f-a64c-48fc-b784-651cf64b29bc" providerId="ADAL" clId="{44BC1980-1565-4189-B4F3-69EBD89CF9CE}" dt="2026-03-13T16:41:43.575" v="39007" actId="478"/>
          <ac:spMkLst>
            <pc:docMk/>
            <pc:sldMk cId="1487791964" sldId="353"/>
            <ac:spMk id="5" creationId="{C9D1C0D1-8612-3BE0-E07F-DF8E95B6A537}"/>
          </ac:spMkLst>
        </pc:spChg>
      </pc:sldChg>
      <pc:sldChg chg="addSp delSp modSp add del mod">
        <pc:chgData name="Meloi Magpantay" userId="1871958f-a64c-48fc-b784-651cf64b29bc" providerId="ADAL" clId="{44BC1980-1565-4189-B4F3-69EBD89CF9CE}" dt="2026-03-13T19:32:01.974" v="39931" actId="47"/>
        <pc:sldMkLst>
          <pc:docMk/>
          <pc:sldMk cId="308961242" sldId="354"/>
        </pc:sldMkLst>
        <pc:spChg chg="mod">
          <ac:chgData name="Meloi Magpantay" userId="1871958f-a64c-48fc-b784-651cf64b29bc" providerId="ADAL" clId="{44BC1980-1565-4189-B4F3-69EBD89CF9CE}" dt="2026-03-13T16:45:55.622" v="39125" actId="20577"/>
          <ac:spMkLst>
            <pc:docMk/>
            <pc:sldMk cId="308961242" sldId="354"/>
            <ac:spMk id="2" creationId="{C9CD4EEA-0D34-6399-43AB-4DE35977DB34}"/>
          </ac:spMkLst>
        </pc:spChg>
        <pc:spChg chg="del">
          <ac:chgData name="Meloi Magpantay" userId="1871958f-a64c-48fc-b784-651cf64b29bc" providerId="ADAL" clId="{44BC1980-1565-4189-B4F3-69EBD89CF9CE}" dt="2026-03-13T16:44:32.367" v="39041" actId="478"/>
          <ac:spMkLst>
            <pc:docMk/>
            <pc:sldMk cId="308961242" sldId="354"/>
            <ac:spMk id="3" creationId="{3463C004-BF0B-C195-F8F2-D97B8DCD3227}"/>
          </ac:spMkLst>
        </pc:spChg>
        <pc:spChg chg="mod">
          <ac:chgData name="Meloi Magpantay" userId="1871958f-a64c-48fc-b784-651cf64b29bc" providerId="ADAL" clId="{44BC1980-1565-4189-B4F3-69EBD89CF9CE}" dt="2026-03-13T16:45:08.392" v="39050" actId="14100"/>
          <ac:spMkLst>
            <pc:docMk/>
            <pc:sldMk cId="308961242" sldId="354"/>
            <ac:spMk id="4" creationId="{4183EEF9-B78B-B6F2-0DCC-EFA704AF02B1}"/>
          </ac:spMkLst>
        </pc:spChg>
        <pc:spChg chg="del">
          <ac:chgData name="Meloi Magpantay" userId="1871958f-a64c-48fc-b784-651cf64b29bc" providerId="ADAL" clId="{44BC1980-1565-4189-B4F3-69EBD89CF9CE}" dt="2026-03-13T16:44:30.324" v="39040" actId="478"/>
          <ac:spMkLst>
            <pc:docMk/>
            <pc:sldMk cId="308961242" sldId="354"/>
            <ac:spMk id="5" creationId="{5DDDF0CF-6E1F-6587-3FBE-46498E35A4C6}"/>
          </ac:spMkLst>
        </pc:spChg>
        <pc:spChg chg="add mod">
          <ac:chgData name="Meloi Magpantay" userId="1871958f-a64c-48fc-b784-651cf64b29bc" providerId="ADAL" clId="{44BC1980-1565-4189-B4F3-69EBD89CF9CE}" dt="2026-03-13T16:45:14.680" v="39052" actId="14100"/>
          <ac:spMkLst>
            <pc:docMk/>
            <pc:sldMk cId="308961242" sldId="354"/>
            <ac:spMk id="6" creationId="{1E1394EA-A4B9-4218-FF58-64681F160605}"/>
          </ac:spMkLst>
        </pc:spChg>
      </pc:sldChg>
      <pc:sldChg chg="modSp add mod">
        <pc:chgData name="Meloi Magpantay" userId="1871958f-a64c-48fc-b784-651cf64b29bc" providerId="ADAL" clId="{44BC1980-1565-4189-B4F3-69EBD89CF9CE}" dt="2026-03-13T19:04:20.746" v="39579" actId="14100"/>
        <pc:sldMkLst>
          <pc:docMk/>
          <pc:sldMk cId="3438811710" sldId="355"/>
        </pc:sldMkLst>
        <pc:spChg chg="mod">
          <ac:chgData name="Meloi Magpantay" userId="1871958f-a64c-48fc-b784-651cf64b29bc" providerId="ADAL" clId="{44BC1980-1565-4189-B4F3-69EBD89CF9CE}" dt="2026-03-13T19:03:59.229" v="39566" actId="14100"/>
          <ac:spMkLst>
            <pc:docMk/>
            <pc:sldMk cId="3438811710" sldId="355"/>
            <ac:spMk id="3" creationId="{07F6BEF5-FD53-342A-F94F-389EE00E7520}"/>
          </ac:spMkLst>
        </pc:spChg>
        <pc:spChg chg="mod">
          <ac:chgData name="Meloi Magpantay" userId="1871958f-a64c-48fc-b784-651cf64b29bc" providerId="ADAL" clId="{44BC1980-1565-4189-B4F3-69EBD89CF9CE}" dt="2026-03-13T19:04:20.746" v="39579" actId="14100"/>
          <ac:spMkLst>
            <pc:docMk/>
            <pc:sldMk cId="3438811710" sldId="355"/>
            <ac:spMk id="4" creationId="{8FFF7FDE-BF0C-1DBB-C97D-0CBC1B6B338A}"/>
          </ac:spMkLst>
        </pc:spChg>
        <pc:spChg chg="mod">
          <ac:chgData name="Meloi Magpantay" userId="1871958f-a64c-48fc-b784-651cf64b29bc" providerId="ADAL" clId="{44BC1980-1565-4189-B4F3-69EBD89CF9CE}" dt="2026-03-13T19:02:36.131" v="39545" actId="20577"/>
          <ac:spMkLst>
            <pc:docMk/>
            <pc:sldMk cId="3438811710" sldId="355"/>
            <ac:spMk id="169" creationId="{E076503E-4EE0-809B-A630-1F6B4C75B0A3}"/>
          </ac:spMkLst>
        </pc:spChg>
      </pc:sldChg>
      <pc:sldChg chg="addSp delSp modSp add mod">
        <pc:chgData name="Meloi Magpantay" userId="1871958f-a64c-48fc-b784-651cf64b29bc" providerId="ADAL" clId="{44BC1980-1565-4189-B4F3-69EBD89CF9CE}" dt="2026-03-13T19:12:15.457" v="39844" actId="14100"/>
        <pc:sldMkLst>
          <pc:docMk/>
          <pc:sldMk cId="211603335" sldId="356"/>
        </pc:sldMkLst>
        <pc:spChg chg="del">
          <ac:chgData name="Meloi Magpantay" userId="1871958f-a64c-48fc-b784-651cf64b29bc" providerId="ADAL" clId="{44BC1980-1565-4189-B4F3-69EBD89CF9CE}" dt="2026-03-13T19:08:18.427" v="39724" actId="478"/>
          <ac:spMkLst>
            <pc:docMk/>
            <pc:sldMk cId="211603335" sldId="356"/>
            <ac:spMk id="3" creationId="{2FABCF72-FAAD-AE18-2C30-B8E0C80C8705}"/>
          </ac:spMkLst>
        </pc:spChg>
        <pc:spChg chg="del">
          <ac:chgData name="Meloi Magpantay" userId="1871958f-a64c-48fc-b784-651cf64b29bc" providerId="ADAL" clId="{44BC1980-1565-4189-B4F3-69EBD89CF9CE}" dt="2026-03-13T19:08:58.222" v="39819" actId="478"/>
          <ac:spMkLst>
            <pc:docMk/>
            <pc:sldMk cId="211603335" sldId="356"/>
            <ac:spMk id="4" creationId="{C1962974-12E6-0B57-3621-55EA4EA823A8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6" creationId="{BA483D8F-1E2C-1ECD-E61A-D2E6C3405331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7" creationId="{F384F837-C93F-5CF2-A139-F30E36A7EC5A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8" creationId="{3BE96B4D-414A-A6DC-96AF-2931ABDD4033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9" creationId="{0BDDD594-ADBE-9778-542B-0DDAB6531F52}"/>
          </ac:spMkLst>
        </pc:spChg>
        <pc:spChg chg="mod">
          <ac:chgData name="Meloi Magpantay" userId="1871958f-a64c-48fc-b784-651cf64b29bc" providerId="ADAL" clId="{44BC1980-1565-4189-B4F3-69EBD89CF9CE}" dt="2026-03-13T19:05:43.688" v="39591" actId="20577"/>
          <ac:spMkLst>
            <pc:docMk/>
            <pc:sldMk cId="211603335" sldId="356"/>
            <ac:spMk id="168" creationId="{558BAB22-5A74-541F-689B-DF9F8BCE3D9D}"/>
          </ac:spMkLst>
        </pc:spChg>
        <pc:spChg chg="mod">
          <ac:chgData name="Meloi Magpantay" userId="1871958f-a64c-48fc-b784-651cf64b29bc" providerId="ADAL" clId="{44BC1980-1565-4189-B4F3-69EBD89CF9CE}" dt="2026-03-13T19:08:56.197" v="39818" actId="20577"/>
          <ac:spMkLst>
            <pc:docMk/>
            <pc:sldMk cId="211603335" sldId="356"/>
            <ac:spMk id="169" creationId="{A908FB11-529F-24BC-7282-473F2E2F355F}"/>
          </ac:spMkLst>
        </pc:spChg>
        <pc:grpChg chg="add mod">
          <ac:chgData name="Meloi Magpantay" userId="1871958f-a64c-48fc-b784-651cf64b29bc" providerId="ADAL" clId="{44BC1980-1565-4189-B4F3-69EBD89CF9CE}" dt="2026-03-13T19:12:15.457" v="39844" actId="14100"/>
          <ac:grpSpMkLst>
            <pc:docMk/>
            <pc:sldMk cId="211603335" sldId="356"/>
            <ac:grpSpMk id="10" creationId="{7FE57B95-BE7B-3C7F-5C3E-56C06BC10B64}"/>
          </ac:grpSpMkLst>
        </pc:grpChg>
        <pc:picChg chg="add mod">
          <ac:chgData name="Meloi Magpantay" userId="1871958f-a64c-48fc-b784-651cf64b29bc" providerId="ADAL" clId="{44BC1980-1565-4189-B4F3-69EBD89CF9CE}" dt="2026-03-13T19:12:09.371" v="39843" actId="164"/>
          <ac:picMkLst>
            <pc:docMk/>
            <pc:sldMk cId="211603335" sldId="356"/>
            <ac:picMk id="5" creationId="{5030F9FB-BF03-F2E4-765F-89C5505FFA20}"/>
          </ac:picMkLst>
        </pc:picChg>
      </pc:sldChg>
      <pc:sldChg chg="addSp delSp modSp add mod ord">
        <pc:chgData name="Meloi Magpantay" userId="1871958f-a64c-48fc-b784-651cf64b29bc" providerId="ADAL" clId="{44BC1980-1565-4189-B4F3-69EBD89CF9CE}" dt="2026-03-13T20:00:31.036" v="40570"/>
        <pc:sldMkLst>
          <pc:docMk/>
          <pc:sldMk cId="1317765092" sldId="357"/>
        </pc:sldMkLst>
        <pc:spChg chg="mod">
          <ac:chgData name="Meloi Magpantay" userId="1871958f-a64c-48fc-b784-651cf64b29bc" providerId="ADAL" clId="{44BC1980-1565-4189-B4F3-69EBD89CF9CE}" dt="2026-03-13T19:59:52.761" v="40562" actId="20577"/>
          <ac:spMkLst>
            <pc:docMk/>
            <pc:sldMk cId="1317765092" sldId="357"/>
            <ac:spMk id="168" creationId="{FE5FE2D4-1DF4-24A5-2F2B-11FA956512CE}"/>
          </ac:spMkLst>
        </pc:spChg>
        <pc:spChg chg="mod">
          <ac:chgData name="Meloi Magpantay" userId="1871958f-a64c-48fc-b784-651cf64b29bc" providerId="ADAL" clId="{44BC1980-1565-4189-B4F3-69EBD89CF9CE}" dt="2026-03-13T19:39:58.105" v="40192" actId="20577"/>
          <ac:spMkLst>
            <pc:docMk/>
            <pc:sldMk cId="1317765092" sldId="357"/>
            <ac:spMk id="169" creationId="{25D65046-EEE5-4F9E-E0BE-960FBD6CAED7}"/>
          </ac:spMkLst>
        </pc:spChg>
        <pc:grpChg chg="del">
          <ac:chgData name="Meloi Magpantay" userId="1871958f-a64c-48fc-b784-651cf64b29bc" providerId="ADAL" clId="{44BC1980-1565-4189-B4F3-69EBD89CF9CE}" dt="2026-03-13T19:27:36.919" v="39862" actId="478"/>
          <ac:grpSpMkLst>
            <pc:docMk/>
            <pc:sldMk cId="1317765092" sldId="357"/>
            <ac:grpSpMk id="10" creationId="{FCEA1AF6-9336-3F06-A633-C0713158480B}"/>
          </ac:grpSpMkLst>
        </pc:grpChg>
        <pc:graphicFrameChg chg="add mod">
          <ac:chgData name="Meloi Magpantay" userId="1871958f-a64c-48fc-b784-651cf64b29bc" providerId="ADAL" clId="{44BC1980-1565-4189-B4F3-69EBD89CF9CE}" dt="2026-03-13T19:27:39.092" v="39863"/>
          <ac:graphicFrameMkLst>
            <pc:docMk/>
            <pc:sldMk cId="1317765092" sldId="357"/>
            <ac:graphicFrameMk id="2" creationId="{580722DF-984C-F730-23CC-00C3CFF85C02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19:39:08.462" v="40176"/>
          <ac:graphicFrameMkLst>
            <pc:docMk/>
            <pc:sldMk cId="1317765092" sldId="357"/>
            <ac:graphicFrameMk id="3" creationId="{D7A765B5-DA8F-B0CB-9075-5DE717C450E8}"/>
          </ac:graphicFrameMkLst>
        </pc:graphicFrameChg>
      </pc:sldChg>
      <pc:sldChg chg="addSp delSp modSp add mod ord">
        <pc:chgData name="Meloi Magpantay" userId="1871958f-a64c-48fc-b784-651cf64b29bc" providerId="ADAL" clId="{44BC1980-1565-4189-B4F3-69EBD89CF9CE}" dt="2026-03-13T19:36:00.940" v="40172" actId="14100"/>
        <pc:sldMkLst>
          <pc:docMk/>
          <pc:sldMk cId="4075045108" sldId="358"/>
        </pc:sldMkLst>
        <pc:spChg chg="add mod">
          <ac:chgData name="Meloi Magpantay" userId="1871958f-a64c-48fc-b784-651cf64b29bc" providerId="ADAL" clId="{44BC1980-1565-4189-B4F3-69EBD89CF9CE}" dt="2026-03-13T19:35:27.251" v="40160"/>
          <ac:spMkLst>
            <pc:docMk/>
            <pc:sldMk cId="4075045108" sldId="358"/>
            <ac:spMk id="2" creationId="{6FDF52E8-8317-A719-637B-36C64E95A680}"/>
          </ac:spMkLst>
        </pc:spChg>
        <pc:spChg chg="mod">
          <ac:chgData name="Meloi Magpantay" userId="1871958f-a64c-48fc-b784-651cf64b29bc" providerId="ADAL" clId="{44BC1980-1565-4189-B4F3-69EBD89CF9CE}" dt="2026-03-13T19:35:34.917" v="40162" actId="1076"/>
          <ac:spMkLst>
            <pc:docMk/>
            <pc:sldMk cId="4075045108" sldId="358"/>
            <ac:spMk id="3" creationId="{5C494A1D-9E36-3D60-5F1F-FC6748D950B3}"/>
          </ac:spMkLst>
        </pc:spChg>
        <pc:spChg chg="del">
          <ac:chgData name="Meloi Magpantay" userId="1871958f-a64c-48fc-b784-651cf64b29bc" providerId="ADAL" clId="{44BC1980-1565-4189-B4F3-69EBD89CF9CE}" dt="2026-03-13T19:34:03.278" v="40051" actId="478"/>
          <ac:spMkLst>
            <pc:docMk/>
            <pc:sldMk cId="4075045108" sldId="358"/>
            <ac:spMk id="4" creationId="{B19B3132-F349-B00D-E4A2-C44A5C099517}"/>
          </ac:spMkLst>
        </pc:spChg>
        <pc:spChg chg="add mod">
          <ac:chgData name="Meloi Magpantay" userId="1871958f-a64c-48fc-b784-651cf64b29bc" providerId="ADAL" clId="{44BC1980-1565-4189-B4F3-69EBD89CF9CE}" dt="2026-03-13T19:36:00.940" v="40172" actId="14100"/>
          <ac:spMkLst>
            <pc:docMk/>
            <pc:sldMk cId="4075045108" sldId="358"/>
            <ac:spMk id="5" creationId="{C96D40EB-C330-28FD-3412-FE40A8C3196D}"/>
          </ac:spMkLst>
        </pc:spChg>
        <pc:spChg chg="mod">
          <ac:chgData name="Meloi Magpantay" userId="1871958f-a64c-48fc-b784-651cf64b29bc" providerId="ADAL" clId="{44BC1980-1565-4189-B4F3-69EBD89CF9CE}" dt="2026-03-13T19:32:14.053" v="39939" actId="20577"/>
          <ac:spMkLst>
            <pc:docMk/>
            <pc:sldMk cId="4075045108" sldId="358"/>
            <ac:spMk id="168" creationId="{0C040780-0673-4C72-7BEF-CF9E3A7C384C}"/>
          </ac:spMkLst>
        </pc:spChg>
        <pc:spChg chg="mod">
          <ac:chgData name="Meloi Magpantay" userId="1871958f-a64c-48fc-b784-651cf64b29bc" providerId="ADAL" clId="{44BC1980-1565-4189-B4F3-69EBD89CF9CE}" dt="2026-03-13T19:35:23.442" v="40159" actId="20577"/>
          <ac:spMkLst>
            <pc:docMk/>
            <pc:sldMk cId="4075045108" sldId="358"/>
            <ac:spMk id="169" creationId="{6CD45B5D-0E2D-174A-09F6-41CB2DF326CA}"/>
          </ac:spMkLst>
        </pc:spChg>
      </pc:sldChg>
      <pc:sldChg chg="addSp delSp modSp add mod">
        <pc:chgData name="Meloi Magpantay" userId="1871958f-a64c-48fc-b784-651cf64b29bc" providerId="ADAL" clId="{44BC1980-1565-4189-B4F3-69EBD89CF9CE}" dt="2026-03-13T19:45:52.193" v="40244" actId="164"/>
        <pc:sldMkLst>
          <pc:docMk/>
          <pc:sldMk cId="184336829" sldId="359"/>
        </pc:sldMkLst>
        <pc:spChg chg="add mod">
          <ac:chgData name="Meloi Magpantay" userId="1871958f-a64c-48fc-b784-651cf64b29bc" providerId="ADAL" clId="{44BC1980-1565-4189-B4F3-69EBD89CF9CE}" dt="2026-03-13T19:45:43.355" v="40242" actId="164"/>
          <ac:spMkLst>
            <pc:docMk/>
            <pc:sldMk cId="184336829" sldId="359"/>
            <ac:spMk id="4" creationId="{4021E2BF-586D-00CE-ADFB-7A5EC999A32F}"/>
          </ac:spMkLst>
        </pc:spChg>
        <pc:spChg chg="mod">
          <ac:chgData name="Meloi Magpantay" userId="1871958f-a64c-48fc-b784-651cf64b29bc" providerId="ADAL" clId="{44BC1980-1565-4189-B4F3-69EBD89CF9CE}" dt="2026-03-13T19:45:31.320" v="40240" actId="1076"/>
          <ac:spMkLst>
            <pc:docMk/>
            <pc:sldMk cId="184336829" sldId="359"/>
            <ac:spMk id="6" creationId="{30D7A05F-E800-51A0-A4ED-024E9290AE63}"/>
          </ac:spMkLst>
        </pc:spChg>
        <pc:spChg chg="mod">
          <ac:chgData name="Meloi Magpantay" userId="1871958f-a64c-48fc-b784-651cf64b29bc" providerId="ADAL" clId="{44BC1980-1565-4189-B4F3-69EBD89CF9CE}" dt="2026-03-13T19:44:43.451" v="40232" actId="1076"/>
          <ac:spMkLst>
            <pc:docMk/>
            <pc:sldMk cId="184336829" sldId="359"/>
            <ac:spMk id="8" creationId="{7875774B-4F53-7215-627C-9E0DC24DED4C}"/>
          </ac:spMkLst>
        </pc:spChg>
        <pc:spChg chg="mod">
          <ac:chgData name="Meloi Magpantay" userId="1871958f-a64c-48fc-b784-651cf64b29bc" providerId="ADAL" clId="{44BC1980-1565-4189-B4F3-69EBD89CF9CE}" dt="2026-03-13T19:45:26.635" v="40239" actId="1076"/>
          <ac:spMkLst>
            <pc:docMk/>
            <pc:sldMk cId="184336829" sldId="359"/>
            <ac:spMk id="9" creationId="{D650C12C-A943-2E6C-F4B0-94CB16AE824F}"/>
          </ac:spMkLst>
        </pc:spChg>
        <pc:spChg chg="mod">
          <ac:chgData name="Meloi Magpantay" userId="1871958f-a64c-48fc-b784-651cf64b29bc" providerId="ADAL" clId="{44BC1980-1565-4189-B4F3-69EBD89CF9CE}" dt="2026-03-13T19:45:10.027" v="40234" actId="20577"/>
          <ac:spMkLst>
            <pc:docMk/>
            <pc:sldMk cId="184336829" sldId="359"/>
            <ac:spMk id="169" creationId="{DE5464C3-BB34-EE96-FEF8-2C9F4291A0B5}"/>
          </ac:spMkLst>
        </pc:spChg>
        <pc:grpChg chg="mod">
          <ac:chgData name="Meloi Magpantay" userId="1871958f-a64c-48fc-b784-651cf64b29bc" providerId="ADAL" clId="{44BC1980-1565-4189-B4F3-69EBD89CF9CE}" dt="2026-03-13T19:45:52.193" v="40244" actId="164"/>
          <ac:grpSpMkLst>
            <pc:docMk/>
            <pc:sldMk cId="184336829" sldId="359"/>
            <ac:grpSpMk id="10" creationId="{CF72E1C4-22C8-85CE-6014-26C46D442FCF}"/>
          </ac:grpSpMkLst>
        </pc:grpChg>
        <pc:grpChg chg="add mod ord">
          <ac:chgData name="Meloi Magpantay" userId="1871958f-a64c-48fc-b784-651cf64b29bc" providerId="ADAL" clId="{44BC1980-1565-4189-B4F3-69EBD89CF9CE}" dt="2026-03-13T19:45:52.193" v="40244" actId="164"/>
          <ac:grpSpMkLst>
            <pc:docMk/>
            <pc:sldMk cId="184336829" sldId="359"/>
            <ac:grpSpMk id="11" creationId="{704DB235-0F91-5B5E-8BC3-32F1A0ADB569}"/>
          </ac:grpSpMkLst>
        </pc:grpChg>
        <pc:grpChg chg="add mod">
          <ac:chgData name="Meloi Magpantay" userId="1871958f-a64c-48fc-b784-651cf64b29bc" providerId="ADAL" clId="{44BC1980-1565-4189-B4F3-69EBD89CF9CE}" dt="2026-03-13T19:45:52.193" v="40244" actId="164"/>
          <ac:grpSpMkLst>
            <pc:docMk/>
            <pc:sldMk cId="184336829" sldId="359"/>
            <ac:grpSpMk id="12" creationId="{22D6C583-C9C2-F294-2BE9-2BE567AEF971}"/>
          </ac:grpSpMkLst>
        </pc:grpChg>
        <pc:picChg chg="add mod ord">
          <ac:chgData name="Meloi Magpantay" userId="1871958f-a64c-48fc-b784-651cf64b29bc" providerId="ADAL" clId="{44BC1980-1565-4189-B4F3-69EBD89CF9CE}" dt="2026-03-13T19:45:43.355" v="40242" actId="164"/>
          <ac:picMkLst>
            <pc:docMk/>
            <pc:sldMk cId="184336829" sldId="359"/>
            <ac:picMk id="3" creationId="{229052E2-8EDD-7FB4-4D3A-D999EAC980D4}"/>
          </ac:picMkLst>
        </pc:picChg>
        <pc:picChg chg="del">
          <ac:chgData name="Meloi Magpantay" userId="1871958f-a64c-48fc-b784-651cf64b29bc" providerId="ADAL" clId="{44BC1980-1565-4189-B4F3-69EBD89CF9CE}" dt="2026-03-13T19:44:08.338" v="40216" actId="478"/>
          <ac:picMkLst>
            <pc:docMk/>
            <pc:sldMk cId="184336829" sldId="359"/>
            <ac:picMk id="5" creationId="{CF9BD4E1-D794-B7F2-F9EE-46BA1192D6C7}"/>
          </ac:picMkLst>
        </pc:picChg>
      </pc:sldChg>
      <pc:sldChg chg="addSp delSp modSp add mod ord">
        <pc:chgData name="Meloi Magpantay" userId="1871958f-a64c-48fc-b784-651cf64b29bc" providerId="ADAL" clId="{44BC1980-1565-4189-B4F3-69EBD89CF9CE}" dt="2026-03-13T19:57:27.332" v="40477" actId="1076"/>
        <pc:sldMkLst>
          <pc:docMk/>
          <pc:sldMk cId="2154012215" sldId="360"/>
        </pc:sldMkLst>
        <pc:spChg chg="add mod">
          <ac:chgData name="Meloi Magpantay" userId="1871958f-a64c-48fc-b784-651cf64b29bc" providerId="ADAL" clId="{44BC1980-1565-4189-B4F3-69EBD89CF9CE}" dt="2026-03-13T19:57:21.407" v="40475" actId="1076"/>
          <ac:spMkLst>
            <pc:docMk/>
            <pc:sldMk cId="2154012215" sldId="360"/>
            <ac:spMk id="15" creationId="{F60ECE23-F370-4413-7E3B-70392F2B1A70}"/>
          </ac:spMkLst>
        </pc:spChg>
        <pc:spChg chg="add mod">
          <ac:chgData name="Meloi Magpantay" userId="1871958f-a64c-48fc-b784-651cf64b29bc" providerId="ADAL" clId="{44BC1980-1565-4189-B4F3-69EBD89CF9CE}" dt="2026-03-13T19:57:27.332" v="40477" actId="1076"/>
          <ac:spMkLst>
            <pc:docMk/>
            <pc:sldMk cId="2154012215" sldId="360"/>
            <ac:spMk id="16" creationId="{17F2E67E-5E49-CCE7-9ECB-B0E6D76CB3AB}"/>
          </ac:spMkLst>
        </pc:spChg>
        <pc:spChg chg="mod">
          <ac:chgData name="Meloi Magpantay" userId="1871958f-a64c-48fc-b784-651cf64b29bc" providerId="ADAL" clId="{44BC1980-1565-4189-B4F3-69EBD89CF9CE}" dt="2026-03-13T19:46:26.489" v="40251" actId="20577"/>
          <ac:spMkLst>
            <pc:docMk/>
            <pc:sldMk cId="2154012215" sldId="360"/>
            <ac:spMk id="168" creationId="{7CC1A2CB-6541-E554-C89E-BFBCA644CA3C}"/>
          </ac:spMkLst>
        </pc:spChg>
        <pc:spChg chg="mod">
          <ac:chgData name="Meloi Magpantay" userId="1871958f-a64c-48fc-b784-651cf64b29bc" providerId="ADAL" clId="{44BC1980-1565-4189-B4F3-69EBD89CF9CE}" dt="2026-03-13T19:48:04.394" v="40318" actId="20577"/>
          <ac:spMkLst>
            <pc:docMk/>
            <pc:sldMk cId="2154012215" sldId="360"/>
            <ac:spMk id="169" creationId="{50FF5882-E1F1-0DB1-0C48-0D9806A883F6}"/>
          </ac:spMkLst>
        </pc:spChg>
        <pc:grpChg chg="del mod">
          <ac:chgData name="Meloi Magpantay" userId="1871958f-a64c-48fc-b784-651cf64b29bc" providerId="ADAL" clId="{44BC1980-1565-4189-B4F3-69EBD89CF9CE}" dt="2026-03-13T19:48:55.302" v="40319" actId="478"/>
          <ac:grpSpMkLst>
            <pc:docMk/>
            <pc:sldMk cId="2154012215" sldId="360"/>
            <ac:grpSpMk id="12" creationId="{9F8BE2D2-DB0A-3810-84A9-8FAC0B74277E}"/>
          </ac:grpSpMkLst>
        </pc:grpChg>
        <pc:picChg chg="add mod">
          <ac:chgData name="Meloi Magpantay" userId="1871958f-a64c-48fc-b784-651cf64b29bc" providerId="ADAL" clId="{44BC1980-1565-4189-B4F3-69EBD89CF9CE}" dt="2026-03-13T19:50:09.886" v="40328" actId="1076"/>
          <ac:picMkLst>
            <pc:docMk/>
            <pc:sldMk cId="2154012215" sldId="360"/>
            <ac:picMk id="5" creationId="{2456A242-3D59-F8EF-1179-7D2980785217}"/>
          </ac:picMkLst>
        </pc:picChg>
        <pc:picChg chg="add mod">
          <ac:chgData name="Meloi Magpantay" userId="1871958f-a64c-48fc-b784-651cf64b29bc" providerId="ADAL" clId="{44BC1980-1565-4189-B4F3-69EBD89CF9CE}" dt="2026-03-13T19:50:14.926" v="40329" actId="1076"/>
          <ac:picMkLst>
            <pc:docMk/>
            <pc:sldMk cId="2154012215" sldId="360"/>
            <ac:picMk id="14" creationId="{393B7C95-5438-F61F-E66C-58C8731AEC3F}"/>
          </ac:picMkLst>
        </pc:picChg>
      </pc:sldChg>
      <pc:sldChg chg="addSp delSp modSp add mod">
        <pc:chgData name="Meloi Magpantay" userId="1871958f-a64c-48fc-b784-651cf64b29bc" providerId="ADAL" clId="{44BC1980-1565-4189-B4F3-69EBD89CF9CE}" dt="2026-03-13T19:59:24.753" v="40542" actId="20577"/>
        <pc:sldMkLst>
          <pc:docMk/>
          <pc:sldMk cId="1089890682" sldId="361"/>
        </pc:sldMkLst>
        <pc:spChg chg="add mod">
          <ac:chgData name="Meloi Magpantay" userId="1871958f-a64c-48fc-b784-651cf64b29bc" providerId="ADAL" clId="{44BC1980-1565-4189-B4F3-69EBD89CF9CE}" dt="2026-03-13T19:58:21.718" v="40488" actId="1035"/>
          <ac:spMkLst>
            <pc:docMk/>
            <pc:sldMk cId="1089890682" sldId="361"/>
            <ac:spMk id="7" creationId="{5D9B9EAA-A0F3-2CC9-2877-894B9C73F09F}"/>
          </ac:spMkLst>
        </pc:spChg>
        <pc:spChg chg="add mod">
          <ac:chgData name="Meloi Magpantay" userId="1871958f-a64c-48fc-b784-651cf64b29bc" providerId="ADAL" clId="{44BC1980-1565-4189-B4F3-69EBD89CF9CE}" dt="2026-03-13T19:58:33.108" v="40490" actId="1076"/>
          <ac:spMkLst>
            <pc:docMk/>
            <pc:sldMk cId="1089890682" sldId="361"/>
            <ac:spMk id="8" creationId="{C32B0A64-6CD8-6A51-A28D-605AD7F65AD9}"/>
          </ac:spMkLst>
        </pc:spChg>
        <pc:spChg chg="add mod">
          <ac:chgData name="Meloi Magpantay" userId="1871958f-a64c-48fc-b784-651cf64b29bc" providerId="ADAL" clId="{44BC1980-1565-4189-B4F3-69EBD89CF9CE}" dt="2026-03-13T19:58:45.191" v="40495" actId="1036"/>
          <ac:spMkLst>
            <pc:docMk/>
            <pc:sldMk cId="1089890682" sldId="361"/>
            <ac:spMk id="9" creationId="{C37426CF-4CEF-1E68-2D57-F22F6380E2BF}"/>
          </ac:spMkLst>
        </pc:spChg>
        <pc:spChg chg="add mod">
          <ac:chgData name="Meloi Magpantay" userId="1871958f-a64c-48fc-b784-651cf64b29bc" providerId="ADAL" clId="{44BC1980-1565-4189-B4F3-69EBD89CF9CE}" dt="2026-03-13T19:58:57.195" v="40497" actId="1076"/>
          <ac:spMkLst>
            <pc:docMk/>
            <pc:sldMk cId="1089890682" sldId="361"/>
            <ac:spMk id="10" creationId="{CE494107-35DD-3D59-D321-D3D00CAEE027}"/>
          </ac:spMkLst>
        </pc:spChg>
        <pc:spChg chg="mod">
          <ac:chgData name="Meloi Magpantay" userId="1871958f-a64c-48fc-b784-651cf64b29bc" providerId="ADAL" clId="{44BC1980-1565-4189-B4F3-69EBD89CF9CE}" dt="2026-03-13T19:50:51.995" v="40348" actId="20577"/>
          <ac:spMkLst>
            <pc:docMk/>
            <pc:sldMk cId="1089890682" sldId="361"/>
            <ac:spMk id="168" creationId="{FE764081-3359-6255-D4E6-4359F28B06CD}"/>
          </ac:spMkLst>
        </pc:spChg>
        <pc:spChg chg="mod">
          <ac:chgData name="Meloi Magpantay" userId="1871958f-a64c-48fc-b784-651cf64b29bc" providerId="ADAL" clId="{44BC1980-1565-4189-B4F3-69EBD89CF9CE}" dt="2026-03-13T19:59:24.753" v="40542" actId="20577"/>
          <ac:spMkLst>
            <pc:docMk/>
            <pc:sldMk cId="1089890682" sldId="361"/>
            <ac:spMk id="169" creationId="{4B577DE4-3ED8-28D6-DA07-38CBB5CE7A1F}"/>
          </ac:spMkLst>
        </pc:spChg>
        <pc:picChg chg="add mod">
          <ac:chgData name="Meloi Magpantay" userId="1871958f-a64c-48fc-b784-651cf64b29bc" providerId="ADAL" clId="{44BC1980-1565-4189-B4F3-69EBD89CF9CE}" dt="2026-03-13T19:58:03.333" v="40481" actId="14100"/>
          <ac:picMkLst>
            <pc:docMk/>
            <pc:sldMk cId="1089890682" sldId="361"/>
            <ac:picMk id="3" creationId="{4FFC88ED-15E5-C811-D987-420876229FD9}"/>
          </ac:picMkLst>
        </pc:picChg>
        <pc:picChg chg="del mod">
          <ac:chgData name="Meloi Magpantay" userId="1871958f-a64c-48fc-b784-651cf64b29bc" providerId="ADAL" clId="{44BC1980-1565-4189-B4F3-69EBD89CF9CE}" dt="2026-03-13T19:54:51.083" v="40469" actId="478"/>
          <ac:picMkLst>
            <pc:docMk/>
            <pc:sldMk cId="1089890682" sldId="361"/>
            <ac:picMk id="5" creationId="{9EFB3E2F-34A0-C72B-C033-DD809F3B89AF}"/>
          </ac:picMkLst>
        </pc:picChg>
        <pc:picChg chg="add mod">
          <ac:chgData name="Meloi Magpantay" userId="1871958f-a64c-48fc-b784-651cf64b29bc" providerId="ADAL" clId="{44BC1980-1565-4189-B4F3-69EBD89CF9CE}" dt="2026-03-13T19:58:08.271" v="40482" actId="1076"/>
          <ac:picMkLst>
            <pc:docMk/>
            <pc:sldMk cId="1089890682" sldId="361"/>
            <ac:picMk id="6" creationId="{6324010E-FAA0-76D5-33E8-3F7A663D6958}"/>
          </ac:picMkLst>
        </pc:picChg>
        <pc:picChg chg="del">
          <ac:chgData name="Meloi Magpantay" userId="1871958f-a64c-48fc-b784-651cf64b29bc" providerId="ADAL" clId="{44BC1980-1565-4189-B4F3-69EBD89CF9CE}" dt="2026-03-13T19:54:52.544" v="40470" actId="478"/>
          <ac:picMkLst>
            <pc:docMk/>
            <pc:sldMk cId="1089890682" sldId="361"/>
            <ac:picMk id="14" creationId="{1D53E3B1-C097-69A9-D336-A86994DD9126}"/>
          </ac:picMkLst>
        </pc:picChg>
      </pc:sldChg>
      <pc:sldChg chg="add del ord">
        <pc:chgData name="Meloi Magpantay" userId="1871958f-a64c-48fc-b784-651cf64b29bc" providerId="ADAL" clId="{44BC1980-1565-4189-B4F3-69EBD89CF9CE}" dt="2026-03-13T20:00:46.805" v="40571" actId="47"/>
        <pc:sldMkLst>
          <pc:docMk/>
          <pc:sldMk cId="3448926679" sldId="362"/>
        </pc:sldMkLst>
      </pc:sldChg>
      <pc:sldChg chg="modSp add mod ord">
        <pc:chgData name="Meloi Magpantay" userId="1871958f-a64c-48fc-b784-651cf64b29bc" providerId="ADAL" clId="{44BC1980-1565-4189-B4F3-69EBD89CF9CE}" dt="2026-03-13T20:03:15.922" v="40651" actId="14100"/>
        <pc:sldMkLst>
          <pc:docMk/>
          <pc:sldMk cId="3470399881" sldId="362"/>
        </pc:sldMkLst>
        <pc:spChg chg="mod">
          <ac:chgData name="Meloi Magpantay" userId="1871958f-a64c-48fc-b784-651cf64b29bc" providerId="ADAL" clId="{44BC1980-1565-4189-B4F3-69EBD89CF9CE}" dt="2026-03-13T20:02:11.997" v="40615" actId="1035"/>
          <ac:spMkLst>
            <pc:docMk/>
            <pc:sldMk cId="3470399881" sldId="362"/>
            <ac:spMk id="3" creationId="{C602382D-6235-6BE3-1193-B45FB1D8B1DB}"/>
          </ac:spMkLst>
        </pc:spChg>
        <pc:spChg chg="mod">
          <ac:chgData name="Meloi Magpantay" userId="1871958f-a64c-48fc-b784-651cf64b29bc" providerId="ADAL" clId="{44BC1980-1565-4189-B4F3-69EBD89CF9CE}" dt="2026-03-13T20:03:15.922" v="40651" actId="14100"/>
          <ac:spMkLst>
            <pc:docMk/>
            <pc:sldMk cId="3470399881" sldId="362"/>
            <ac:spMk id="5" creationId="{8E89240A-BE91-87D4-E679-70660B01835E}"/>
          </ac:spMkLst>
        </pc:spChg>
        <pc:spChg chg="mod">
          <ac:chgData name="Meloi Magpantay" userId="1871958f-a64c-48fc-b784-651cf64b29bc" providerId="ADAL" clId="{44BC1980-1565-4189-B4F3-69EBD89CF9CE}" dt="2026-03-13T20:01:05.479" v="40589" actId="20577"/>
          <ac:spMkLst>
            <pc:docMk/>
            <pc:sldMk cId="3470399881" sldId="362"/>
            <ac:spMk id="168" creationId="{D5DF7195-565B-C0B1-2970-CA57CC077DC8}"/>
          </ac:spMkLst>
        </pc:spChg>
        <pc:spChg chg="mod">
          <ac:chgData name="Meloi Magpantay" userId="1871958f-a64c-48fc-b784-651cf64b29bc" providerId="ADAL" clId="{44BC1980-1565-4189-B4F3-69EBD89CF9CE}" dt="2026-03-13T20:02:34.074" v="40646" actId="20577"/>
          <ac:spMkLst>
            <pc:docMk/>
            <pc:sldMk cId="3470399881" sldId="362"/>
            <ac:spMk id="169" creationId="{CBF84620-A49D-D6ED-6F6A-C316793E16C2}"/>
          </ac:spMkLst>
        </pc:spChg>
      </pc:sldChg>
      <pc:sldChg chg="add del ord">
        <pc:chgData name="Meloi Magpantay" userId="1871958f-a64c-48fc-b784-651cf64b29bc" providerId="ADAL" clId="{44BC1980-1565-4189-B4F3-69EBD89CF9CE}" dt="2026-03-13T20:00:12.383" v="40566" actId="47"/>
        <pc:sldMkLst>
          <pc:docMk/>
          <pc:sldMk cId="1232979805" sldId="363"/>
        </pc:sldMkLst>
      </pc:sldChg>
      <pc:sldChg chg="addSp delSp modSp add mod ord">
        <pc:chgData name="Meloi Magpantay" userId="1871958f-a64c-48fc-b784-651cf64b29bc" providerId="ADAL" clId="{44BC1980-1565-4189-B4F3-69EBD89CF9CE}" dt="2026-03-13T20:16:57.733" v="40705" actId="20577"/>
        <pc:sldMkLst>
          <pc:docMk/>
          <pc:sldMk cId="4187588965" sldId="363"/>
        </pc:sldMkLst>
        <pc:spChg chg="mod">
          <ac:chgData name="Meloi Magpantay" userId="1871958f-a64c-48fc-b784-651cf64b29bc" providerId="ADAL" clId="{44BC1980-1565-4189-B4F3-69EBD89CF9CE}" dt="2026-03-13T20:13:25.992" v="40670" actId="164"/>
          <ac:spMkLst>
            <pc:docMk/>
            <pc:sldMk cId="4187588965" sldId="363"/>
            <ac:spMk id="7" creationId="{F7A3BFDD-3A8F-AA6E-23CD-7C637AF6340F}"/>
          </ac:spMkLst>
        </pc:spChg>
        <pc:spChg chg="del">
          <ac:chgData name="Meloi Magpantay" userId="1871958f-a64c-48fc-b784-651cf64b29bc" providerId="ADAL" clId="{44BC1980-1565-4189-B4F3-69EBD89CF9CE}" dt="2026-03-13T20:13:10.100" v="40665" actId="478"/>
          <ac:spMkLst>
            <pc:docMk/>
            <pc:sldMk cId="4187588965" sldId="363"/>
            <ac:spMk id="8" creationId="{580F016C-51AD-ADD3-F245-579B067C2F00}"/>
          </ac:spMkLst>
        </pc:spChg>
        <pc:spChg chg="del">
          <ac:chgData name="Meloi Magpantay" userId="1871958f-a64c-48fc-b784-651cf64b29bc" providerId="ADAL" clId="{44BC1980-1565-4189-B4F3-69EBD89CF9CE}" dt="2026-03-13T20:13:21.055" v="40669" actId="478"/>
          <ac:spMkLst>
            <pc:docMk/>
            <pc:sldMk cId="4187588965" sldId="363"/>
            <ac:spMk id="9" creationId="{7289AA77-92F4-C797-6CA2-2B870CCCFB90}"/>
          </ac:spMkLst>
        </pc:spChg>
        <pc:spChg chg="del">
          <ac:chgData name="Meloi Magpantay" userId="1871958f-a64c-48fc-b784-651cf64b29bc" providerId="ADAL" clId="{44BC1980-1565-4189-B4F3-69EBD89CF9CE}" dt="2026-03-13T20:13:19.305" v="40668" actId="478"/>
          <ac:spMkLst>
            <pc:docMk/>
            <pc:sldMk cId="4187588965" sldId="363"/>
            <ac:spMk id="10" creationId="{9A02EAB3-69DF-E893-C879-0D7142BBE5A9}"/>
          </ac:spMkLst>
        </pc:spChg>
        <pc:spChg chg="mod">
          <ac:chgData name="Meloi Magpantay" userId="1871958f-a64c-48fc-b784-651cf64b29bc" providerId="ADAL" clId="{44BC1980-1565-4189-B4F3-69EBD89CF9CE}" dt="2026-03-13T20:16:57.733" v="40705" actId="20577"/>
          <ac:spMkLst>
            <pc:docMk/>
            <pc:sldMk cId="4187588965" sldId="363"/>
            <ac:spMk id="168" creationId="{98BC9295-4448-4512-D704-F6733B45CA13}"/>
          </ac:spMkLst>
        </pc:spChg>
        <pc:spChg chg="mod">
          <ac:chgData name="Meloi Magpantay" userId="1871958f-a64c-48fc-b784-651cf64b29bc" providerId="ADAL" clId="{44BC1980-1565-4189-B4F3-69EBD89CF9CE}" dt="2026-03-13T20:13:38.090" v="40673" actId="20577"/>
          <ac:spMkLst>
            <pc:docMk/>
            <pc:sldMk cId="4187588965" sldId="363"/>
            <ac:spMk id="169" creationId="{512F6D49-F4C0-5B31-E1E9-DAE42C44B729}"/>
          </ac:spMkLst>
        </pc:spChg>
        <pc:grpChg chg="add mod">
          <ac:chgData name="Meloi Magpantay" userId="1871958f-a64c-48fc-b784-651cf64b29bc" providerId="ADAL" clId="{44BC1980-1565-4189-B4F3-69EBD89CF9CE}" dt="2026-03-13T20:13:33.571" v="40672" actId="1076"/>
          <ac:grpSpMkLst>
            <pc:docMk/>
            <pc:sldMk cId="4187588965" sldId="363"/>
            <ac:grpSpMk id="5" creationId="{7E711975-FC1D-6B85-2537-113D45FBA3B5}"/>
          </ac:grpSpMkLst>
        </pc:grpChg>
        <pc:picChg chg="del">
          <ac:chgData name="Meloi Magpantay" userId="1871958f-a64c-48fc-b784-651cf64b29bc" providerId="ADAL" clId="{44BC1980-1565-4189-B4F3-69EBD89CF9CE}" dt="2026-03-13T20:12:49.040" v="40657" actId="478"/>
          <ac:picMkLst>
            <pc:docMk/>
            <pc:sldMk cId="4187588965" sldId="363"/>
            <ac:picMk id="3" creationId="{08B798A4-7BF7-5769-70F3-C0795AD764B7}"/>
          </ac:picMkLst>
        </pc:picChg>
        <pc:picChg chg="add mod ord">
          <ac:chgData name="Meloi Magpantay" userId="1871958f-a64c-48fc-b784-651cf64b29bc" providerId="ADAL" clId="{44BC1980-1565-4189-B4F3-69EBD89CF9CE}" dt="2026-03-13T20:13:25.992" v="40670" actId="164"/>
          <ac:picMkLst>
            <pc:docMk/>
            <pc:sldMk cId="4187588965" sldId="363"/>
            <ac:picMk id="4" creationId="{C74ED813-0ABA-4758-D7B9-7D673D1537BF}"/>
          </ac:picMkLst>
        </pc:picChg>
        <pc:picChg chg="del">
          <ac:chgData name="Meloi Magpantay" userId="1871958f-a64c-48fc-b784-651cf64b29bc" providerId="ADAL" clId="{44BC1980-1565-4189-B4F3-69EBD89CF9CE}" dt="2026-03-13T20:13:04.809" v="40663" actId="478"/>
          <ac:picMkLst>
            <pc:docMk/>
            <pc:sldMk cId="4187588965" sldId="363"/>
            <ac:picMk id="6" creationId="{4F8F9D91-ACAE-9E7A-D37D-F198AEE51F1E}"/>
          </ac:picMkLst>
        </pc:picChg>
      </pc:sldChg>
      <pc:sldChg chg="modSp add mod ord">
        <pc:chgData name="Meloi Magpantay" userId="1871958f-a64c-48fc-b784-651cf64b29bc" providerId="ADAL" clId="{44BC1980-1565-4189-B4F3-69EBD89CF9CE}" dt="2026-03-13T20:19:15.764" v="40759" actId="14100"/>
        <pc:sldMkLst>
          <pc:docMk/>
          <pc:sldMk cId="2490590435" sldId="364"/>
        </pc:sldMkLst>
        <pc:spChg chg="mod">
          <ac:chgData name="Meloi Magpantay" userId="1871958f-a64c-48fc-b784-651cf64b29bc" providerId="ADAL" clId="{44BC1980-1565-4189-B4F3-69EBD89CF9CE}" dt="2026-03-13T20:18:05.072" v="40723" actId="14100"/>
          <ac:spMkLst>
            <pc:docMk/>
            <pc:sldMk cId="2490590435" sldId="364"/>
            <ac:spMk id="3" creationId="{4481545E-6FE5-3B08-840F-AB73140E05DA}"/>
          </ac:spMkLst>
        </pc:spChg>
        <pc:spChg chg="mod">
          <ac:chgData name="Meloi Magpantay" userId="1871958f-a64c-48fc-b784-651cf64b29bc" providerId="ADAL" clId="{44BC1980-1565-4189-B4F3-69EBD89CF9CE}" dt="2026-03-13T20:19:15.764" v="40759" actId="14100"/>
          <ac:spMkLst>
            <pc:docMk/>
            <pc:sldMk cId="2490590435" sldId="364"/>
            <ac:spMk id="5" creationId="{F46CDB36-42E0-96A0-3A37-886ADA899B85}"/>
          </ac:spMkLst>
        </pc:spChg>
        <pc:spChg chg="mod">
          <ac:chgData name="Meloi Magpantay" userId="1871958f-a64c-48fc-b784-651cf64b29bc" providerId="ADAL" clId="{44BC1980-1565-4189-B4F3-69EBD89CF9CE}" dt="2026-03-13T20:17:04.955" v="40715" actId="20577"/>
          <ac:spMkLst>
            <pc:docMk/>
            <pc:sldMk cId="2490590435" sldId="364"/>
            <ac:spMk id="168" creationId="{A708D849-8F04-5BCC-CADA-C4D6D83608EA}"/>
          </ac:spMkLst>
        </pc:spChg>
        <pc:spChg chg="mod">
          <ac:chgData name="Meloi Magpantay" userId="1871958f-a64c-48fc-b784-651cf64b29bc" providerId="ADAL" clId="{44BC1980-1565-4189-B4F3-69EBD89CF9CE}" dt="2026-03-13T20:18:42.467" v="40754" actId="20577"/>
          <ac:spMkLst>
            <pc:docMk/>
            <pc:sldMk cId="2490590435" sldId="364"/>
            <ac:spMk id="169" creationId="{01E3D567-42E8-8C69-9121-06A33258A0DE}"/>
          </ac:spMkLst>
        </pc:spChg>
      </pc:sldChg>
      <pc:sldChg chg="modSp add mod ord">
        <pc:chgData name="Meloi Magpantay" userId="1871958f-a64c-48fc-b784-651cf64b29bc" providerId="ADAL" clId="{44BC1980-1565-4189-B4F3-69EBD89CF9CE}" dt="2026-03-13T20:21:15.878" v="40775"/>
        <pc:sldMkLst>
          <pc:docMk/>
          <pc:sldMk cId="1434331740" sldId="365"/>
        </pc:sldMkLst>
        <pc:spChg chg="mod">
          <ac:chgData name="Meloi Magpantay" userId="1871958f-a64c-48fc-b784-651cf64b29bc" providerId="ADAL" clId="{44BC1980-1565-4189-B4F3-69EBD89CF9CE}" dt="2026-03-13T20:21:06.072" v="40774" actId="20577"/>
          <ac:spMkLst>
            <pc:docMk/>
            <pc:sldMk cId="1434331740" sldId="365"/>
            <ac:spMk id="168" creationId="{F53190AD-6ABE-DDF8-E8E8-F6909CBC8146}"/>
          </ac:spMkLst>
        </pc:spChg>
        <pc:spChg chg="mod">
          <ac:chgData name="Meloi Magpantay" userId="1871958f-a64c-48fc-b784-651cf64b29bc" providerId="ADAL" clId="{44BC1980-1565-4189-B4F3-69EBD89CF9CE}" dt="2026-03-13T20:21:15.878" v="40775"/>
          <ac:spMkLst>
            <pc:docMk/>
            <pc:sldMk cId="1434331740" sldId="365"/>
            <ac:spMk id="169" creationId="{31D38044-AD18-FA6B-B43E-58DE1FD07D56}"/>
          </ac:spMkLst>
        </pc:spChg>
      </pc:sldChg>
      <pc:sldChg chg="add del">
        <pc:chgData name="Meloi Magpantay" userId="1871958f-a64c-48fc-b784-651cf64b29bc" providerId="ADAL" clId="{44BC1980-1565-4189-B4F3-69EBD89CF9CE}" dt="2026-03-13T20:20:55.485" v="40761" actId="47"/>
        <pc:sldMkLst>
          <pc:docMk/>
          <pc:sldMk cId="1805606602" sldId="365"/>
        </pc:sldMkLst>
      </pc:sldChg>
      <pc:sldChg chg="addSp delSp modSp add mod">
        <pc:chgData name="Meloi Magpantay" userId="1871958f-a64c-48fc-b784-651cf64b29bc" providerId="ADAL" clId="{44BC1980-1565-4189-B4F3-69EBD89CF9CE}" dt="2026-03-13T20:25:41.610" v="40843" actId="20577"/>
        <pc:sldMkLst>
          <pc:docMk/>
          <pc:sldMk cId="1180175714" sldId="366"/>
        </pc:sldMkLst>
        <pc:spChg chg="mod">
          <ac:chgData name="Meloi Magpantay" userId="1871958f-a64c-48fc-b784-651cf64b29bc" providerId="ADAL" clId="{44BC1980-1565-4189-B4F3-69EBD89CF9CE}" dt="2026-03-13T20:22:34.587" v="40804" actId="20577"/>
          <ac:spMkLst>
            <pc:docMk/>
            <pc:sldMk cId="1180175714" sldId="366"/>
            <ac:spMk id="168" creationId="{F26A8C7F-55D5-0290-2DE5-8EF2A3B03351}"/>
          </ac:spMkLst>
        </pc:spChg>
        <pc:spChg chg="mod">
          <ac:chgData name="Meloi Magpantay" userId="1871958f-a64c-48fc-b784-651cf64b29bc" providerId="ADAL" clId="{44BC1980-1565-4189-B4F3-69EBD89CF9CE}" dt="2026-03-13T20:25:41.610" v="40843" actId="20577"/>
          <ac:spMkLst>
            <pc:docMk/>
            <pc:sldMk cId="1180175714" sldId="366"/>
            <ac:spMk id="169" creationId="{27B0ED04-BE3F-5917-012C-378788183820}"/>
          </ac:spMkLst>
        </pc:spChg>
        <pc:grpChg chg="del">
          <ac:chgData name="Meloi Magpantay" userId="1871958f-a64c-48fc-b784-651cf64b29bc" providerId="ADAL" clId="{44BC1980-1565-4189-B4F3-69EBD89CF9CE}" dt="2026-03-13T20:22:36.062" v="40805" actId="478"/>
          <ac:grpSpMkLst>
            <pc:docMk/>
            <pc:sldMk cId="1180175714" sldId="366"/>
            <ac:grpSpMk id="5" creationId="{EE75C195-5C04-640E-856A-DC1F317C443F}"/>
          </ac:grpSpMkLst>
        </pc:grpChg>
        <pc:graphicFrameChg chg="add mod">
          <ac:chgData name="Meloi Magpantay" userId="1871958f-a64c-48fc-b784-651cf64b29bc" providerId="ADAL" clId="{44BC1980-1565-4189-B4F3-69EBD89CF9CE}" dt="2026-03-13T20:22:47.245" v="40806"/>
          <ac:graphicFrameMkLst>
            <pc:docMk/>
            <pc:sldMk cId="1180175714" sldId="366"/>
            <ac:graphicFrameMk id="2" creationId="{0FBCE275-8683-EB5D-4ED9-0B01F11730B3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23:31.962" v="40818"/>
          <ac:graphicFrameMkLst>
            <pc:docMk/>
            <pc:sldMk cId="1180175714" sldId="366"/>
            <ac:graphicFrameMk id="3" creationId="{A4E4D160-92A6-3C2E-09BE-88F49C2AF9C9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24:01.441" v="40825"/>
          <ac:graphicFrameMkLst>
            <pc:docMk/>
            <pc:sldMk cId="1180175714" sldId="366"/>
            <ac:graphicFrameMk id="6" creationId="{071300B6-0925-CF6D-0BDF-8CBA7500D082}"/>
          </ac:graphicFrameMkLst>
        </pc:graphicFrameChg>
      </pc:sldChg>
      <pc:sldChg chg="addSp modSp add mod">
        <pc:chgData name="Meloi Magpantay" userId="1871958f-a64c-48fc-b784-651cf64b29bc" providerId="ADAL" clId="{44BC1980-1565-4189-B4F3-69EBD89CF9CE}" dt="2026-03-13T20:29:03.820" v="40853" actId="113"/>
        <pc:sldMkLst>
          <pc:docMk/>
          <pc:sldMk cId="3961990359" sldId="367"/>
        </pc:sldMkLst>
        <pc:spChg chg="mod">
          <ac:chgData name="Meloi Magpantay" userId="1871958f-a64c-48fc-b784-651cf64b29bc" providerId="ADAL" clId="{44BC1980-1565-4189-B4F3-69EBD89CF9CE}" dt="2026-03-13T20:29:03.820" v="40853" actId="113"/>
          <ac:spMkLst>
            <pc:docMk/>
            <pc:sldMk cId="3961990359" sldId="367"/>
            <ac:spMk id="169" creationId="{B7DA8A36-3E76-3FDE-9065-13E900ACBCAD}"/>
          </ac:spMkLst>
        </pc:spChg>
        <pc:graphicFrameChg chg="add mod">
          <ac:chgData name="Meloi Magpantay" userId="1871958f-a64c-48fc-b784-651cf64b29bc" providerId="ADAL" clId="{44BC1980-1565-4189-B4F3-69EBD89CF9CE}" dt="2026-03-13T20:28:28.084" v="40845"/>
          <ac:graphicFrameMkLst>
            <pc:docMk/>
            <pc:sldMk cId="3961990359" sldId="367"/>
            <ac:graphicFrameMk id="2" creationId="{F4D72D15-ED5B-E073-B185-D2E45CAD0CBD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28:30.962" v="40848"/>
          <ac:graphicFrameMkLst>
            <pc:docMk/>
            <pc:sldMk cId="3961990359" sldId="367"/>
            <ac:graphicFrameMk id="3" creationId="{47642C68-3A83-800A-5AB7-967A7DF0B0D7}"/>
          </ac:graphicFrameMkLst>
        </pc:graphicFrameChg>
      </pc:sldChg>
      <pc:sldChg chg="modSp add mod ord">
        <pc:chgData name="Meloi Magpantay" userId="1871958f-a64c-48fc-b784-651cf64b29bc" providerId="ADAL" clId="{44BC1980-1565-4189-B4F3-69EBD89CF9CE}" dt="2026-03-13T20:38:38.090" v="41051" actId="14100"/>
        <pc:sldMkLst>
          <pc:docMk/>
          <pc:sldMk cId="1648117803" sldId="368"/>
        </pc:sldMkLst>
        <pc:spChg chg="mod">
          <ac:chgData name="Meloi Magpantay" userId="1871958f-a64c-48fc-b784-651cf64b29bc" providerId="ADAL" clId="{44BC1980-1565-4189-B4F3-69EBD89CF9CE}" dt="2026-03-13T20:32:23.574" v="40970" actId="14100"/>
          <ac:spMkLst>
            <pc:docMk/>
            <pc:sldMk cId="1648117803" sldId="368"/>
            <ac:spMk id="3" creationId="{32F16CC9-B934-1B4A-65EE-7983A66A537B}"/>
          </ac:spMkLst>
        </pc:spChg>
        <pc:spChg chg="mod">
          <ac:chgData name="Meloi Magpantay" userId="1871958f-a64c-48fc-b784-651cf64b29bc" providerId="ADAL" clId="{44BC1980-1565-4189-B4F3-69EBD89CF9CE}" dt="2026-03-13T20:38:38.090" v="41051" actId="14100"/>
          <ac:spMkLst>
            <pc:docMk/>
            <pc:sldMk cId="1648117803" sldId="368"/>
            <ac:spMk id="5" creationId="{421D51AA-BD83-960D-FAAC-5EA990238282}"/>
          </ac:spMkLst>
        </pc:spChg>
        <pc:spChg chg="mod">
          <ac:chgData name="Meloi Magpantay" userId="1871958f-a64c-48fc-b784-651cf64b29bc" providerId="ADAL" clId="{44BC1980-1565-4189-B4F3-69EBD89CF9CE}" dt="2026-03-13T20:30:09.628" v="40864" actId="20577"/>
          <ac:spMkLst>
            <pc:docMk/>
            <pc:sldMk cId="1648117803" sldId="368"/>
            <ac:spMk id="168" creationId="{779F7D19-1BB9-C556-3A24-A29D39A0C03A}"/>
          </ac:spMkLst>
        </pc:spChg>
        <pc:spChg chg="mod">
          <ac:chgData name="Meloi Magpantay" userId="1871958f-a64c-48fc-b784-651cf64b29bc" providerId="ADAL" clId="{44BC1980-1565-4189-B4F3-69EBD89CF9CE}" dt="2026-03-13T20:38:25.967" v="41045" actId="20577"/>
          <ac:spMkLst>
            <pc:docMk/>
            <pc:sldMk cId="1648117803" sldId="368"/>
            <ac:spMk id="169" creationId="{F58CF889-216F-4C46-7D1B-E61CCE79DAEE}"/>
          </ac:spMkLst>
        </pc:spChg>
      </pc:sldChg>
      <pc:sldChg chg="addSp delSp modSp add mod ord">
        <pc:chgData name="Meloi Magpantay" userId="1871958f-a64c-48fc-b784-651cf64b29bc" providerId="ADAL" clId="{44BC1980-1565-4189-B4F3-69EBD89CF9CE}" dt="2026-03-13T20:41:52.214" v="41079" actId="20577"/>
        <pc:sldMkLst>
          <pc:docMk/>
          <pc:sldMk cId="2391074025" sldId="369"/>
        </pc:sldMkLst>
        <pc:spChg chg="del mod topLvl">
          <ac:chgData name="Meloi Magpantay" userId="1871958f-a64c-48fc-b784-651cf64b29bc" providerId="ADAL" clId="{44BC1980-1565-4189-B4F3-69EBD89CF9CE}" dt="2026-03-13T20:40:18.897" v="41068" actId="21"/>
          <ac:spMkLst>
            <pc:docMk/>
            <pc:sldMk cId="2391074025" sldId="369"/>
            <ac:spMk id="7" creationId="{9FDB2132-29ED-8C36-C6E6-9153F90DF87C}"/>
          </ac:spMkLst>
        </pc:spChg>
        <pc:spChg chg="mod">
          <ac:chgData name="Meloi Magpantay" userId="1871958f-a64c-48fc-b784-651cf64b29bc" providerId="ADAL" clId="{44BC1980-1565-4189-B4F3-69EBD89CF9CE}" dt="2026-03-13T20:41:52.214" v="41079" actId="20577"/>
          <ac:spMkLst>
            <pc:docMk/>
            <pc:sldMk cId="2391074025" sldId="369"/>
            <ac:spMk id="168" creationId="{439289F6-96B4-F37B-9E43-195E2EBDB9BD}"/>
          </ac:spMkLst>
        </pc:spChg>
        <pc:spChg chg="mod">
          <ac:chgData name="Meloi Magpantay" userId="1871958f-a64c-48fc-b784-651cf64b29bc" providerId="ADAL" clId="{44BC1980-1565-4189-B4F3-69EBD89CF9CE}" dt="2026-03-13T20:39:45.461" v="41061"/>
          <ac:spMkLst>
            <pc:docMk/>
            <pc:sldMk cId="2391074025" sldId="369"/>
            <ac:spMk id="169" creationId="{EEE49139-606C-A369-16D5-E32E91691AB2}"/>
          </ac:spMkLst>
        </pc:spChg>
        <pc:grpChg chg="del">
          <ac:chgData name="Meloi Magpantay" userId="1871958f-a64c-48fc-b784-651cf64b29bc" providerId="ADAL" clId="{44BC1980-1565-4189-B4F3-69EBD89CF9CE}" dt="2026-03-13T20:39:49.905" v="41062" actId="478"/>
          <ac:grpSpMkLst>
            <pc:docMk/>
            <pc:sldMk cId="2391074025" sldId="369"/>
            <ac:grpSpMk id="5" creationId="{57B171A7-B4BC-C547-2877-D7F6ED4033FF}"/>
          </ac:grpSpMkLst>
        </pc:grpChg>
        <pc:picChg chg="add mod ord">
          <ac:chgData name="Meloi Magpantay" userId="1871958f-a64c-48fc-b784-651cf64b29bc" providerId="ADAL" clId="{44BC1980-1565-4189-B4F3-69EBD89CF9CE}" dt="2026-03-13T20:40:11.654" v="41066" actId="167"/>
          <ac:picMkLst>
            <pc:docMk/>
            <pc:sldMk cId="2391074025" sldId="369"/>
            <ac:picMk id="3" creationId="{4A690433-1B42-5023-6F0D-36AA885C93BD}"/>
          </ac:picMkLst>
        </pc:picChg>
        <pc:picChg chg="del topLvl">
          <ac:chgData name="Meloi Magpantay" userId="1871958f-a64c-48fc-b784-651cf64b29bc" providerId="ADAL" clId="{44BC1980-1565-4189-B4F3-69EBD89CF9CE}" dt="2026-03-13T20:39:49.905" v="41062" actId="478"/>
          <ac:picMkLst>
            <pc:docMk/>
            <pc:sldMk cId="2391074025" sldId="369"/>
            <ac:picMk id="4" creationId="{A99A278F-301D-1194-788B-7D569CAF1528}"/>
          </ac:picMkLst>
        </pc:picChg>
      </pc:sldChg>
      <pc:sldChg chg="addSp modSp add mod ord">
        <pc:chgData name="Meloi Magpantay" userId="1871958f-a64c-48fc-b784-651cf64b29bc" providerId="ADAL" clId="{44BC1980-1565-4189-B4F3-69EBD89CF9CE}" dt="2026-03-13T20:47:44.138" v="41146" actId="20577"/>
        <pc:sldMkLst>
          <pc:docMk/>
          <pc:sldMk cId="3264211902" sldId="370"/>
        </pc:sldMkLst>
        <pc:spChg chg="mod">
          <ac:chgData name="Meloi Magpantay" userId="1871958f-a64c-48fc-b784-651cf64b29bc" providerId="ADAL" clId="{44BC1980-1565-4189-B4F3-69EBD89CF9CE}" dt="2026-03-13T20:43:25.767" v="41099" actId="20577"/>
          <ac:spMkLst>
            <pc:docMk/>
            <pc:sldMk cId="3264211902" sldId="370"/>
            <ac:spMk id="168" creationId="{809A52A0-0EDC-6979-3A49-BB2101424E2F}"/>
          </ac:spMkLst>
        </pc:spChg>
        <pc:spChg chg="mod">
          <ac:chgData name="Meloi Magpantay" userId="1871958f-a64c-48fc-b784-651cf64b29bc" providerId="ADAL" clId="{44BC1980-1565-4189-B4F3-69EBD89CF9CE}" dt="2026-03-13T20:47:44.138" v="41146" actId="20577"/>
          <ac:spMkLst>
            <pc:docMk/>
            <pc:sldMk cId="3264211902" sldId="370"/>
            <ac:spMk id="169" creationId="{E1AD7CE8-B77F-5B74-8040-9CDB1CD2A965}"/>
          </ac:spMkLst>
        </pc:spChg>
        <pc:graphicFrameChg chg="add mod">
          <ac:chgData name="Meloi Magpantay" userId="1871958f-a64c-48fc-b784-651cf64b29bc" providerId="ADAL" clId="{44BC1980-1565-4189-B4F3-69EBD89CF9CE}" dt="2026-03-13T20:43:52.312" v="41100"/>
          <ac:graphicFrameMkLst>
            <pc:docMk/>
            <pc:sldMk cId="3264211902" sldId="370"/>
            <ac:graphicFrameMk id="2" creationId="{17072B67-D5A4-8E84-E911-44D0943ED498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45:10.094" v="41105"/>
          <ac:graphicFrameMkLst>
            <pc:docMk/>
            <pc:sldMk cId="3264211902" sldId="370"/>
            <ac:graphicFrameMk id="3" creationId="{DB42FF6F-A913-4C08-47E5-BE4994842BE6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47:31.411" v="41131"/>
          <ac:graphicFrameMkLst>
            <pc:docMk/>
            <pc:sldMk cId="3264211902" sldId="370"/>
            <ac:graphicFrameMk id="4" creationId="{0D238D2D-0D62-3597-5A52-6C698033452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347472" y="700000"/>
            <a:ext cx="84490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MODULE 2  |  SESSION 4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347472" y="1050000"/>
            <a:ext cx="8449056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0000"/>
                </a:solidFill>
                <a:latin typeface="Arial"/>
                <a:cs typeface="Arial"/>
              </a:rPr>
              <a:t>React Hooks + State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347472" y="2050000"/>
            <a:ext cx="8449056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useState&lt;T&gt;  |  useEffect  |  useRef  |  Typing DOM Events  |  Custom Hooks</a:t>
            </a:r>
          </a:p>
        </p:txBody>
      </p:sp>
      <p:sp>
        <p:nvSpPr>
          <p:cNvPr id="104" name="TextBox"/>
          <p:cNvSpPr txBox="1"/>
          <p:nvPr/>
        </p:nvSpPr>
        <p:spPr>
          <a:xfrm>
            <a:off x="347472" y="4300000"/>
            <a:ext cx="8449056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5534A"/>
                </a:solidFill>
                <a:latin typeface="Arial"/>
                <a:cs typeface="Arial"/>
              </a:rPr>
              <a:t>ITELECT4  |  AY 2026-2027  |  Saturday, July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Session 4: React Hooks + State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Making your components dynamic -- GT2 Part 2 is due today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347472" y="95000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Topics</a:t>
            </a:r>
          </a:p>
        </p:txBody>
      </p:sp>
      <p:sp>
        <p:nvSpPr>
          <p:cNvPr id="108" name="Badge"/>
          <p:cNvSpPr/>
          <p:nvPr/>
        </p:nvSpPr>
        <p:spPr>
          <a:xfrm>
            <a:off x="347472" y="136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BadgeNum"/>
          <p:cNvSpPr/>
          <p:nvPr/>
        </p:nvSpPr>
        <p:spPr>
          <a:xfrm>
            <a:off x="347472" y="136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727472" y="133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useState&lt;T&gt;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2627472" y="133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typed state for selection, list data, loading</a:t>
            </a:r>
          </a:p>
        </p:txBody>
      </p:sp>
      <p:sp>
        <p:nvSpPr>
          <p:cNvPr id="118" name="Badge"/>
          <p:cNvSpPr/>
          <p:nvPr/>
        </p:nvSpPr>
        <p:spPr>
          <a:xfrm>
            <a:off x="347472" y="182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BadgeNum"/>
          <p:cNvSpPr/>
          <p:nvPr/>
        </p:nvSpPr>
        <p:spPr>
          <a:xfrm>
            <a:off x="347472" y="182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727472" y="179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useEffect</a:t>
            </a:r>
          </a:p>
        </p:txBody>
      </p:sp>
      <p:sp>
        <p:nvSpPr>
          <p:cNvPr id="121" name="TextBox"/>
          <p:cNvSpPr txBox="1"/>
          <p:nvPr/>
        </p:nvSpPr>
        <p:spPr>
          <a:xfrm>
            <a:off x="2627472" y="179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load mock data on mount, side effects</a:t>
            </a:r>
          </a:p>
        </p:txBody>
      </p:sp>
      <p:sp>
        <p:nvSpPr>
          <p:cNvPr id="128" name="Badge"/>
          <p:cNvSpPr/>
          <p:nvPr/>
        </p:nvSpPr>
        <p:spPr>
          <a:xfrm>
            <a:off x="347472" y="228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BadgeNum"/>
          <p:cNvSpPr/>
          <p:nvPr/>
        </p:nvSpPr>
        <p:spPr>
          <a:xfrm>
            <a:off x="347472" y="228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30" name="TextBox"/>
          <p:cNvSpPr txBox="1"/>
          <p:nvPr/>
        </p:nvSpPr>
        <p:spPr>
          <a:xfrm>
            <a:off x="727472" y="225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useRef</a:t>
            </a:r>
          </a:p>
        </p:txBody>
      </p:sp>
      <p:sp>
        <p:nvSpPr>
          <p:cNvPr id="131" name="TextBox"/>
          <p:cNvSpPr txBox="1"/>
          <p:nvPr/>
        </p:nvSpPr>
        <p:spPr>
          <a:xfrm>
            <a:off x="2627472" y="225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typed DOM reference, focus and measure</a:t>
            </a:r>
          </a:p>
        </p:txBody>
      </p:sp>
      <p:sp>
        <p:nvSpPr>
          <p:cNvPr id="138" name="Badge"/>
          <p:cNvSpPr/>
          <p:nvPr/>
        </p:nvSpPr>
        <p:spPr>
          <a:xfrm>
            <a:off x="347472" y="274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BadgeNum"/>
          <p:cNvSpPr/>
          <p:nvPr/>
        </p:nvSpPr>
        <p:spPr>
          <a:xfrm>
            <a:off x="347472" y="274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727472" y="271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Typing DOM Events</a:t>
            </a:r>
          </a:p>
        </p:txBody>
      </p:sp>
      <p:sp>
        <p:nvSpPr>
          <p:cNvPr id="141" name="TextBox"/>
          <p:cNvSpPr txBox="1"/>
          <p:nvPr/>
        </p:nvSpPr>
        <p:spPr>
          <a:xfrm>
            <a:off x="2627472" y="271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typed onChange, filtering with state</a:t>
            </a:r>
          </a:p>
        </p:txBody>
      </p:sp>
      <p:sp>
        <p:nvSpPr>
          <p:cNvPr id="148" name="Badge"/>
          <p:cNvSpPr/>
          <p:nvPr/>
        </p:nvSpPr>
        <p:spPr>
          <a:xfrm>
            <a:off x="347472" y="320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BadgeNum"/>
          <p:cNvSpPr/>
          <p:nvPr/>
        </p:nvSpPr>
        <p:spPr>
          <a:xfrm>
            <a:off x="347472" y="320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50" name="TextBox"/>
          <p:cNvSpPr txBox="1"/>
          <p:nvPr/>
        </p:nvSpPr>
        <p:spPr>
          <a:xfrm>
            <a:off x="727472" y="317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Custom Hooks</a:t>
            </a:r>
          </a:p>
        </p:txBody>
      </p:sp>
      <p:sp>
        <p:nvSpPr>
          <p:cNvPr id="151" name="TextBox"/>
          <p:cNvSpPr txBox="1"/>
          <p:nvPr/>
        </p:nvSpPr>
        <p:spPr>
          <a:xfrm>
            <a:off x="2627472" y="317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useToggle and usePrevious, explicit return types</a:t>
            </a:r>
          </a:p>
        </p:txBody>
      </p:sp>
      <p:sp>
        <p:nvSpPr>
          <p:cNvPr id="160" name="TextBox"/>
          <p:cNvSpPr txBox="1"/>
          <p:nvPr/>
        </p:nvSpPr>
        <p:spPr>
          <a:xfrm>
            <a:off x="5150000" y="1000000"/>
            <a:ext cx="3536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59444"/>
                </a:solidFill>
                <a:latin typeface="Arial"/>
                <a:cs typeface="Arial"/>
              </a:rPr>
              <a:t>GT2 - Part 2 of 3</a:t>
            </a:r>
          </a:p>
        </p:txBody>
      </p:sp>
      <p:sp>
        <p:nvSpPr>
          <p:cNvPr id="161" name="TextBox"/>
          <p:cNvSpPr txBox="1"/>
          <p:nvPr/>
        </p:nvSpPr>
        <p:spPr>
          <a:xfrm>
            <a:off x="5150000" y="1360000"/>
            <a:ext cx="3536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5534A"/>
                </a:solidFill>
                <a:latin typeface="Arial"/>
                <a:cs typeface="Arial"/>
              </a:rPr>
              <a:t>Graded Task (Submit Today)</a:t>
            </a:r>
          </a:p>
        </p:txBody>
      </p:sp>
      <p:sp>
        <p:nvSpPr>
          <p:cNvPr id="162" name="TextBox"/>
          <p:cNvSpPr txBox="1"/>
          <p:nvPr/>
        </p:nvSpPr>
        <p:spPr>
          <a:xfrm>
            <a:off x="5150000" y="1700000"/>
            <a:ext cx="3536800" cy="2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typed </a:t>
            </a:r>
            <a:r>
              <a:rPr sz="1100" b="1">
                <a:solidFill>
                  <a:srgbClr val="000000"/>
                </a:solidFill>
                <a:latin typeface="Arial"/>
              </a:rPr>
              <a:t>useState&lt;T&gt;</a:t>
            </a:r>
            <a:r>
              <a:rPr sz="1100">
                <a:solidFill>
                  <a:srgbClr val="000000"/>
                </a:solidFill>
                <a:latin typeface="Arial"/>
              </a:rPr>
              <a:t> for at least 2 pieces of state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</a:t>
            </a:r>
            <a:r>
              <a:rPr sz="1100" b="1">
                <a:solidFill>
                  <a:srgbClr val="000000"/>
                </a:solidFill>
                <a:latin typeface="Arial"/>
              </a:rPr>
              <a:t>useEffect</a:t>
            </a:r>
            <a:r>
              <a:rPr sz="1100">
                <a:solidFill>
                  <a:srgbClr val="000000"/>
                </a:solidFill>
                <a:latin typeface="Arial"/>
              </a:rPr>
              <a:t> to load your mock data on mount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</a:t>
            </a:r>
            <a:r>
              <a:rPr sz="1100" b="1">
                <a:solidFill>
                  <a:srgbClr val="000000"/>
                </a:solidFill>
                <a:latin typeface="Arial"/>
              </a:rPr>
              <a:t>useRef</a:t>
            </a:r>
            <a:r>
              <a:rPr sz="1100">
                <a:solidFill>
                  <a:srgbClr val="000000"/>
                </a:solidFill>
                <a:latin typeface="Arial"/>
              </a:rPr>
              <a:t> for one typed DOM reference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a typed </a:t>
            </a:r>
            <a:r>
              <a:rPr sz="1100" b="1">
                <a:solidFill>
                  <a:srgbClr val="000000"/>
                </a:solidFill>
                <a:latin typeface="Arial"/>
              </a:rPr>
              <a:t>onChange</a:t>
            </a:r>
            <a:r>
              <a:rPr sz="1100">
                <a:solidFill>
                  <a:srgbClr val="000000"/>
                </a:solidFill>
                <a:latin typeface="Arial"/>
              </a:rPr>
              <a:t> handler with React.ChangeEvent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Write </a:t>
            </a:r>
            <a:r>
              <a:rPr sz="1100" b="1">
                <a:solidFill>
                  <a:srgbClr val="000000"/>
                </a:solidFill>
                <a:latin typeface="Arial"/>
              </a:rPr>
              <a:t>2 custom hooks</a:t>
            </a:r>
            <a:r>
              <a:rPr sz="1100">
                <a:solidFill>
                  <a:srgbClr val="000000"/>
                </a:solidFill>
                <a:latin typeface="Arial"/>
              </a:rPr>
              <a:t> with explicit return types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Push to repo -- no tag yet </a:t>
            </a:r>
            <a:r>
              <a:rPr sz="1100" b="1">
                <a:solidFill>
                  <a:srgbClr val="000000"/>
                </a:solidFill>
                <a:latin typeface="Arial"/>
              </a:rPr>
              <a:t>(GT2 Part 3 next session)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Quick Recap: Session 3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Before we add state, let's confirm what's already in src/components/</a:t>
            </a:r>
          </a:p>
        </p:txBody>
      </p:sp>
      <p:sp>
        <p:nvSpPr>
          <p:cNvPr id="133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Three typed components in src/components/ -- </a:t>
            </a:r>
            <a:r>
              <a:rPr sz="1600" b="1">
                <a:solidFill>
                  <a:srgbClr val="000000"/>
                </a:solidFill>
                <a:latin typeface="Arial"/>
              </a:rPr>
              <a:t>UserCard, CourseCard, SubmissionBadge</a:t>
            </a:r>
            <a:r>
              <a:rPr sz="1600">
                <a:solidFill>
                  <a:srgbClr val="55534A"/>
                </a:solidFill>
                <a:latin typeface="Arial"/>
              </a:rPr>
              <a:t> (our class demo -- yours may use different names)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Each has an explicit </a:t>
            </a:r>
            <a:r>
              <a:rPr sz="1600" b="1">
                <a:solidFill>
                  <a:srgbClr val="000000"/>
                </a:solidFill>
                <a:latin typeface="Arial"/>
              </a:rPr>
              <a:t>Props interface</a:t>
            </a:r>
            <a:r>
              <a:rPr sz="1600">
                <a:solidFill>
                  <a:srgbClr val="000000"/>
                </a:solidFill>
                <a:latin typeface="Arial"/>
              </a:rPr>
              <a:t> built from GT1's User, Course, Submission types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Arial"/>
              </a:rPr>
              <a:t>React.FC&lt;Props&gt;</a:t>
            </a:r>
            <a:r>
              <a:rPr sz="1600">
                <a:solidFill>
                  <a:srgbClr val="000000"/>
                </a:solidFill>
                <a:latin typeface="Arial"/>
              </a:rPr>
              <a:t> and </a:t>
            </a:r>
            <a:r>
              <a:rPr sz="1600" b="1">
                <a:solidFill>
                  <a:srgbClr val="000000"/>
                </a:solidFill>
                <a:latin typeface="Arial"/>
              </a:rPr>
              <a:t>children?: React.ReactNode</a:t>
            </a:r>
            <a:r>
              <a:rPr sz="1600">
                <a:solidFill>
                  <a:srgbClr val="000000"/>
                </a:solidFill>
                <a:latin typeface="Arial"/>
              </a:rPr>
              <a:t> for components that wrap other content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Typed event handlers -- </a:t>
            </a:r>
            <a:r>
              <a:rPr sz="1600" b="1">
                <a:solidFill>
                  <a:srgbClr val="000000"/>
                </a:solidFill>
                <a:latin typeface="Arial"/>
              </a:rPr>
              <a:t>React.MouseEvent</a:t>
            </a:r>
            <a:r>
              <a:rPr sz="1600">
                <a:solidFill>
                  <a:srgbClr val="000000"/>
                </a:solidFill>
                <a:latin typeface="Arial"/>
              </a:rPr>
              <a:t> and </a:t>
            </a:r>
            <a:r>
              <a:rPr sz="1600" b="1">
                <a:solidFill>
                  <a:srgbClr val="000000"/>
                </a:solidFill>
                <a:latin typeface="Arial"/>
              </a:rPr>
              <a:t>React.ChangeEvent</a:t>
            </a:r>
            <a:r>
              <a:rPr sz="1600">
                <a:solidFill>
                  <a:srgbClr val="000000"/>
                </a:solidFill>
                <a:latin typeface="Arial"/>
              </a:rPr>
              <a:t>, plus an </a:t>
            </a:r>
            <a:r>
              <a:rPr sz="1600" b="1">
                <a:solidFill>
                  <a:srgbClr val="000000"/>
                </a:solidFill>
                <a:latin typeface="Arial"/>
              </a:rPr>
              <a:t>onSelect</a:t>
            </a:r>
            <a:r>
              <a:rPr sz="1600">
                <a:solidFill>
                  <a:srgbClr val="000000"/>
                </a:solidFill>
                <a:latin typeface="Arial"/>
              </a:rPr>
              <a:t> callback prop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App.tsx renders all 3 components with hard-coded mock data from GT1</a:t>
            </a:r>
          </a:p>
        </p:txBody>
      </p:sp>
      <p:sp>
        <p:nvSpPr>
          <p:cNvPr id="134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Today, that mock data becomes real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State with useState&lt;T&gt;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useState</a:t>
            </a:r>
            <a:r>
              <a:rPr sz="1600" dirty="0">
                <a:solidFill>
                  <a:srgbClr val="000000"/>
                </a:solidFill>
                <a:latin typeface="Arial"/>
              </a:rPr>
              <a:t>&lt;T&gt; for a selected user -- User | null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useState</a:t>
            </a:r>
            <a:r>
              <a:rPr sz="1600" dirty="0">
                <a:solidFill>
                  <a:srgbClr val="000000"/>
                </a:solidFill>
                <a:latin typeface="Arial"/>
              </a:rPr>
              <a:t>&lt;T&gt; for a list of courses -- Course[]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useState</a:t>
            </a:r>
            <a:r>
              <a:rPr sz="1600" dirty="0">
                <a:solidFill>
                  <a:srgbClr val="000000"/>
                </a:solidFill>
                <a:latin typeface="Arial"/>
              </a:rPr>
              <a:t>&lt;T&gt; for a loading flag --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boolean</a:t>
            </a:r>
            <a:endParaRPr sz="1600" dirty="0">
              <a:solidFill>
                <a:srgbClr val="000000"/>
              </a:solidFill>
              <a:latin typeface="Arial"/>
            </a:endParaRP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>
                <a:solidFill>
                  <a:srgbClr val="000000"/>
                </a:solidFill>
                <a:latin typeface="Arial"/>
              </a:rPr>
              <a:t>Why the generic &lt;T&gt; matters -- TypeScript infers the state's type for you</a:t>
            </a:r>
          </a:p>
        </p:txBody>
      </p:sp>
      <p:sp>
        <p:nvSpPr>
          <p:cNvPr id="138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src/App.tsx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State with useState&lt;T&gt;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add typed state above your return statement.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===== TYPED STATE WITH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useState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&lt;T&gt; =====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"react"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type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"./types/index"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A6E22E"/>
                </a:solidFill>
                <a:latin typeface="Courier New"/>
              </a:rPr>
              <a:t>App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  //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useState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&lt;T&gt; -- T is the type of the state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selectedUser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setSelectedUser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  // Array state -- starts empty, filled after "loading"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[courses,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setCourses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[]&gt;([]);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  // Boolean state -- tracks whether data has finished loading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 err="1">
                <a:solidFill>
                  <a:srgbClr val="66D9EF"/>
                </a:solidFill>
                <a:latin typeface="Courier New"/>
              </a:rPr>
              <a:t>boolean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true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  // ... (rest of component)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State with useState&lt;T&gt;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 -- the [value, setValue] pair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useState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&lt;T&gt;(initial) returns a pair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[the current value, a function to update it]. The square brackets on the left are array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destructuring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JavaScript: "unpack that pair into two named variables in one line."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selectedUser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the current value. Read it anywhere in your JSX: {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selectedUser</a:t>
            </a:r>
            <a:r>
              <a:rPr sz="1300" dirty="0">
                <a:solidFill>
                  <a:srgbClr val="000000"/>
                </a:solidFill>
                <a:latin typeface="Arial"/>
              </a:rPr>
              <a:t> &amp;&amp; &lt;p&gt;{selectedUser.name}&lt;/p&gt;}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setSelectedUser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(student)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the only legal way to change it -- This tells React: "this state changed -- re-render me." Assigning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selectedUser</a:t>
            </a:r>
            <a:r>
              <a:rPr sz="1300" dirty="0">
                <a:solidFill>
                  <a:srgbClr val="000000"/>
                </a:solidFill>
                <a:latin typeface="Arial"/>
              </a:rPr>
              <a:t> = student directly would change the variable, but React would never notice -- the screen stays stale.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The names are your choice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the convention is value /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setValue</a:t>
            </a:r>
            <a:r>
              <a:rPr sz="1300" dirty="0">
                <a:solidFill>
                  <a:srgbClr val="000000"/>
                </a:solidFill>
                <a:latin typeface="Arial"/>
              </a:rPr>
              <a:t>. courses /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setCourses</a:t>
            </a:r>
            <a:r>
              <a:rPr sz="1300" dirty="0">
                <a:solidFill>
                  <a:srgbClr val="000000"/>
                </a:solidFill>
                <a:latin typeface="Arial"/>
              </a:rPr>
              <a:t> and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isLoading</a:t>
            </a:r>
            <a:r>
              <a:rPr sz="1300" dirty="0">
                <a:solidFill>
                  <a:srgbClr val="000000"/>
                </a:solidFill>
                <a:latin typeface="Arial"/>
              </a:rPr>
              <a:t> /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setIsLoading</a:t>
            </a:r>
            <a:r>
              <a:rPr sz="1300" dirty="0">
                <a:solidFill>
                  <a:srgbClr val="000000"/>
                </a:solidFill>
                <a:latin typeface="Arial"/>
              </a:rPr>
              <a:t> are the same pair pattern.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// The same pair, written two ways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result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selectedUser    = result[0];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setSelectedUser = result[1];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// Shortcut: array destructuring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[selectedUser, setSelectedUser]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State with useState&lt;T&gt;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selectedUser -- useState&lt;User | null&gt;(null)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React: "start this state as null, but let it hold a User later." The | null is what makes that legal: without it, TypeScript would infer the type as just null forever, blocking any future setSelectedUser(someUser) call.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courses -- useState&lt;Course[]&gt;([])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React: "start this state as an empty array, but every item added to it must be a Course." The array starts empty, but &lt;Course[]&gt; is set explicitly, not guessed from the empty array.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isLoading -- useState&lt;boolean&gt;(true)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React: "start this state as true." It starts true because nothing has loaded yet on first render; Session 4's useEffect calls setIsLoading(false) once the data finishes loading, which re-renders the UI out of its loading state.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[selectedUser, setSelectedUser]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[courses, setCourses]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[]&gt;([]);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[isLoading, setIsLoading]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boolean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>
                <a:solidFill>
                  <a:srgbClr val="AE81FF"/>
                </a:solidFill>
                <a:latin typeface="Courier New"/>
              </a:rPr>
              <a:t>true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Loading Data with useEffect</a:t>
            </a:r>
          </a:p>
        </p:txBody>
      </p:sp>
      <p:sp>
        <p:nvSpPr>
          <p:cNvPr id="15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53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useEffect(fn, []) -- runs once when the component mounts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simulated fetch using setTimeout, replacing hard-coded mock data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Updating isLoading and courses once the “fetch” resolves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loading message shown in the UI while data is not ready yet</a:t>
            </a:r>
          </a:p>
        </p:txBody>
      </p:sp>
      <p:sp>
        <p:nvSpPr>
          <p:cNvPr id="154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src/App.tsx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Loading Data with useEffect</a:t>
            </a:r>
          </a:p>
        </p:txBody>
      </p:sp>
      <p:sp>
        <p:nvSpPr>
          <p:cNvPr id="15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add useEffect after your state declarations.</a:t>
            </a:r>
          </a:p>
        </p:txBody>
      </p:sp>
      <p:sp>
        <p:nvSpPr>
          <p:cNvPr id="157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===== LOADING MOCK DATA WITH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useEffect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 =====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useEffect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"react"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useEffect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(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fn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, deps) --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fn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 runs after render;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an empty deps array [] means "run once, on mount"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useEffect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setTimeout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    // Reusing GT1's course mock data as the “fetched” result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setCourses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([course]);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},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500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}, []);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(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&lt;p&gt;Loading courses...&lt;/p&gt;;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Loading Data with useEffect</a:t>
            </a:r>
          </a:p>
        </p:txBody>
      </p:sp>
      <p:sp>
        <p:nvSpPr>
          <p:cNvPr id="164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65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useEffect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(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fn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, [])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React: "After you render me for the first time, run this function once, then leave it alone."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setTimeout</a:t>
            </a:r>
            <a:r>
              <a:rPr sz="1300" dirty="0">
                <a:solidFill>
                  <a:srgbClr val="000000"/>
                </a:solidFill>
                <a:latin typeface="Arial"/>
              </a:rPr>
              <a:t> simulates an async API call; a real fetch would replace it later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setCourses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 / 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setIsLoading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React: "Update these two pieces of state, and re-render me now that the data has arrived."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if (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isLoading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) return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an early return keeps the loading UI simple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Missing []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without it,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useEffect</a:t>
            </a:r>
            <a:r>
              <a:rPr sz="1300" dirty="0">
                <a:solidFill>
                  <a:srgbClr val="000000"/>
                </a:solidFill>
                <a:latin typeface="Arial"/>
              </a:rPr>
              <a:t> runs after EVERY render (infinite loop risk)</a:t>
            </a:r>
          </a:p>
        </p:txBody>
      </p:sp>
      <p:sp>
        <p:nvSpPr>
          <p:cNvPr id="166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100" b="0" i="1" dirty="0" err="1">
                <a:solidFill>
                  <a:srgbClr val="88846F"/>
                </a:solidFill>
                <a:latin typeface="Courier New"/>
              </a:rPr>
              <a:t>src</a:t>
            </a:r>
            <a:r>
              <a:rPr sz="1100" b="0" i="1" dirty="0">
                <a:solidFill>
                  <a:srgbClr val="88846F"/>
                </a:solidFill>
                <a:latin typeface="Courier New"/>
              </a:rPr>
              <a:t>/</a:t>
            </a:r>
            <a:r>
              <a:rPr sz="1100" b="0" i="1" dirty="0" err="1">
                <a:solidFill>
                  <a:srgbClr val="88846F"/>
                </a:solidFill>
                <a:latin typeface="Courier New"/>
              </a:rPr>
              <a:t>App.tsx</a:t>
            </a:r>
            <a:endParaRPr sz="1100" b="0" i="1" dirty="0">
              <a:solidFill>
                <a:srgbClr val="88846F"/>
              </a:solidFill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A6E22E"/>
                </a:solidFill>
                <a:latin typeface="Courier New"/>
              </a:rPr>
              <a:t>useEffect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100" b="0" i="0" dirty="0" err="1">
                <a:solidFill>
                  <a:srgbClr val="A6E22E"/>
                </a:solidFill>
                <a:latin typeface="Courier New"/>
              </a:rPr>
              <a:t>setTimeout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setCourses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([course]);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setIsLoading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1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}, </a:t>
            </a:r>
            <a:r>
              <a:rPr sz="1100" b="0" i="0" dirty="0">
                <a:solidFill>
                  <a:srgbClr val="AE81FF"/>
                </a:solidFill>
                <a:latin typeface="Courier New"/>
              </a:rPr>
              <a:t>500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}, []);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DOM References with useRef</a:t>
            </a:r>
          </a:p>
        </p:txBody>
      </p:sp>
      <p:sp>
        <p:nvSpPr>
          <p:cNvPr id="16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69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useRef&lt;HTMLInputElement&gt;(null) -- a typed reference to a real DOM node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search input that can be focused programmatically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Why .current can be null -- and how optional chaining (?.) handles it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useRef vs useState -- updating a ref does NOT trigger a re-render</a:t>
            </a:r>
          </a:p>
        </p:txBody>
      </p:sp>
      <p:sp>
        <p:nvSpPr>
          <p:cNvPr id="170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src/App.tsx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DOM References with useRef</a:t>
            </a:r>
          </a:p>
        </p:txBody>
      </p:sp>
      <p:sp>
        <p:nvSpPr>
          <p:cNvPr id="16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add the ref inside your component -- the JSX goes in your return statement.</a:t>
            </a:r>
          </a:p>
        </p:txBody>
      </p:sp>
      <p:sp>
        <p:nvSpPr>
          <p:cNvPr id="16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dirty="0">
                <a:solidFill>
                  <a:srgbClr val="88846F"/>
                </a:solidFill>
                <a:latin typeface="Courier New"/>
              </a:rPr>
              <a:t>// ===== TYPED DOM REFERENCE WITH </a:t>
            </a:r>
            <a:r>
              <a:rPr sz="1100" b="0" i="1" dirty="0" err="1">
                <a:solidFill>
                  <a:srgbClr val="88846F"/>
                </a:solidFill>
                <a:latin typeface="Courier New"/>
              </a:rPr>
              <a:t>useRef</a:t>
            </a:r>
            <a:r>
              <a:rPr sz="1100" b="0" i="1" dirty="0">
                <a:solidFill>
                  <a:srgbClr val="88846F"/>
                </a:solidFill>
                <a:latin typeface="Courier New"/>
              </a:rPr>
              <a:t> =====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useRef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1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100" b="0" i="0" dirty="0">
                <a:solidFill>
                  <a:srgbClr val="E6DB74"/>
                </a:solidFill>
                <a:latin typeface="Courier New"/>
              </a:rPr>
              <a:t>"react"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dirty="0">
                <a:solidFill>
                  <a:srgbClr val="88846F"/>
                </a:solidFill>
                <a:latin typeface="Courier New"/>
              </a:rPr>
              <a:t>// Inside function App(), with your other code: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100" b="0" i="1" dirty="0" err="1">
                <a:solidFill>
                  <a:srgbClr val="88846F"/>
                </a:solidFill>
                <a:latin typeface="Courier New"/>
              </a:rPr>
              <a:t>useRef</a:t>
            </a:r>
            <a:r>
              <a:rPr sz="1100" b="0" i="1" dirty="0">
                <a:solidFill>
                  <a:srgbClr val="88846F"/>
                </a:solidFill>
                <a:latin typeface="Courier New"/>
              </a:rPr>
              <a:t>&lt;T&gt;(null) -- T is the DOM element type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searchInputRef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= </a:t>
            </a:r>
            <a:r>
              <a:rPr sz="1100" b="0" i="0" dirty="0" err="1">
                <a:solidFill>
                  <a:srgbClr val="A6E22E"/>
                </a:solidFill>
                <a:latin typeface="Courier New"/>
              </a:rPr>
              <a:t>useRef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100" b="0" i="0" dirty="0" err="1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1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dirty="0">
                <a:solidFill>
                  <a:srgbClr val="88846F"/>
                </a:solidFill>
                <a:latin typeface="Courier New"/>
              </a:rPr>
              <a:t>// Focus the input programmatically (e.g. after loading finishes)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focusSearch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= (): </a:t>
            </a:r>
            <a:r>
              <a:rPr sz="1100" b="0" i="0" dirty="0">
                <a:solidFill>
                  <a:srgbClr val="66D9EF"/>
                </a:solidFill>
                <a:latin typeface="Courier New"/>
              </a:rPr>
              <a:t>void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searchInputRef.current?.</a:t>
            </a:r>
            <a:r>
              <a:rPr sz="1100" b="0" i="0" dirty="0" err="1">
                <a:solidFill>
                  <a:srgbClr val="A6E22E"/>
                </a:solidFill>
                <a:latin typeface="Courier New"/>
              </a:rPr>
              <a:t>focus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dirty="0">
                <a:solidFill>
                  <a:srgbClr val="88846F"/>
                </a:solidFill>
                <a:latin typeface="Courier New"/>
              </a:rPr>
              <a:t>// Inside your return ( ... ) JSX: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92672"/>
                </a:solidFill>
                <a:latin typeface="Courier New"/>
              </a:rPr>
              <a:t>&lt;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input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ref={</a:t>
            </a:r>
            <a:r>
              <a:rPr sz="1100" b="0" i="0" dirty="0" err="1">
                <a:solidFill>
                  <a:srgbClr val="F8F8F2"/>
                </a:solidFill>
                <a:latin typeface="Courier New"/>
              </a:rPr>
              <a:t>searchInputRef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100" b="0" i="0" dirty="0">
                <a:solidFill>
                  <a:srgbClr val="FD971F"/>
                </a:solidFill>
                <a:latin typeface="Courier New"/>
              </a:rPr>
              <a:t>type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1100" b="0" i="0" dirty="0">
                <a:solidFill>
                  <a:srgbClr val="E6DB74"/>
                </a:solidFill>
                <a:latin typeface="Courier New"/>
              </a:rPr>
              <a:t>"text"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100" b="0" i="0" dirty="0">
                <a:solidFill>
                  <a:srgbClr val="FD971F"/>
                </a:solidFill>
                <a:latin typeface="Courier New"/>
              </a:rPr>
              <a:t>placeholder</a:t>
            </a:r>
            <a:r>
              <a:rPr sz="11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1100" b="0" i="0" dirty="0">
                <a:solidFill>
                  <a:srgbClr val="E6DB74"/>
                </a:solidFill>
                <a:latin typeface="Courier New"/>
              </a:rPr>
              <a:t>"Search courses..."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F92672"/>
                </a:solidFill>
                <a:latin typeface="Courier New"/>
              </a:rPr>
              <a:t>/&gt;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Typed DOM References with useRef</a:t>
            </a:r>
          </a:p>
        </p:txBody>
      </p:sp>
      <p:sp>
        <p:nvSpPr>
          <p:cNvPr id="17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77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useRef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&lt;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HTMLInputElement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&gt;(null)</a:t>
            </a:r>
            <a:r>
              <a:rPr sz="1300" dirty="0">
                <a:solidFill>
                  <a:srgbClr val="000000"/>
                </a:solidFill>
                <a:latin typeface="Arial"/>
              </a:rPr>
              <a:t> types .current as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HTMLInputElement</a:t>
            </a:r>
            <a:r>
              <a:rPr sz="1300" dirty="0">
                <a:solidFill>
                  <a:srgbClr val="000000"/>
                </a:solidFill>
                <a:latin typeface="Arial"/>
              </a:rPr>
              <a:t> | null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.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current?.focus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()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JavaScript: "Call focus() on the input, but only if it actually exists."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ref={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searchInputRef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}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React: "When you create this input element, store a reference to it inside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searchInputRef</a:t>
            </a:r>
            <a:r>
              <a:rPr sz="1300" dirty="0">
                <a:solidFill>
                  <a:srgbClr val="000000"/>
                </a:solidFill>
                <a:latin typeface="Arial"/>
              </a:rPr>
              <a:t>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No re-render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changing a ref's .current does not cause React to re-render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Common uses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focus management, reading DOM size, integrating non-React libraries</a:t>
            </a:r>
          </a:p>
        </p:txBody>
      </p:sp>
      <p:sp>
        <p:nvSpPr>
          <p:cNvPr id="178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 searchInputRef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100" b="0" i="0">
                <a:solidFill>
                  <a:srgbClr val="A6E22E"/>
                </a:solidFill>
                <a:latin typeface="Courier New"/>
              </a:rPr>
              <a:t>useRef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100" b="0" i="0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1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88846F"/>
                </a:solidFill>
                <a:latin typeface="Courier New"/>
              </a:rPr>
              <a:t>//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92672"/>
                </a:solidFill>
                <a:latin typeface="Courier New"/>
              </a:rPr>
              <a:t>&lt;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input ref={searchInputRef} </a:t>
            </a:r>
            <a:r>
              <a:rPr sz="1100" b="0" i="0">
                <a:solidFill>
                  <a:srgbClr val="F92672"/>
                </a:solidFill>
                <a:latin typeface="Courier New"/>
              </a:rPr>
              <a:t>/&gt;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Typing DOM Events Inside Hooks</a:t>
            </a:r>
          </a:p>
        </p:txBody>
      </p:sp>
      <p:sp>
        <p:nvSpPr>
          <p:cNvPr id="18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81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useState&lt;string&gt; for the search term typed into the input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React.ChangeEvent&lt;HTMLInputElement&gt; -- a typed onChange handler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derived filteredCourses list computed from courses and searchTerm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Connecting the typed handler to the useRef input from before</a:t>
            </a:r>
          </a:p>
        </p:txBody>
      </p:sp>
      <p:sp>
        <p:nvSpPr>
          <p:cNvPr id="182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src/App.tsx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Typing DOM Events Inside Hooks</a:t>
            </a:r>
          </a:p>
        </p:txBody>
      </p:sp>
      <p:sp>
        <p:nvSpPr>
          <p:cNvPr id="17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add the search state and handler -- the JSX updates your existing input.</a:t>
            </a:r>
          </a:p>
        </p:txBody>
      </p:sp>
      <p:sp>
        <p:nvSpPr>
          <p:cNvPr id="173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dirty="0">
                <a:solidFill>
                  <a:srgbClr val="88846F"/>
                </a:solidFill>
                <a:latin typeface="Courier New"/>
              </a:rPr>
              <a:t>// ===== TYPED DOM EVENTS INSIDE HOOKS =====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88846F"/>
                </a:solidFill>
                <a:latin typeface="Courier New"/>
              </a:rPr>
              <a:t>// Inside function App(), with your other code: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searchTerm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setSearchTerm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9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900" b="0" i="0" dirty="0">
                <a:solidFill>
                  <a:srgbClr val="66D9EF"/>
                </a:solidFill>
                <a:latin typeface="Courier New"/>
              </a:rPr>
              <a:t>string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900" b="0" i="0" dirty="0">
                <a:solidFill>
                  <a:srgbClr val="E6DB74"/>
                </a:solidFill>
                <a:latin typeface="Courier New"/>
              </a:rPr>
              <a:t>""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900" b="0" i="1" dirty="0" err="1">
                <a:solidFill>
                  <a:srgbClr val="88846F"/>
                </a:solidFill>
                <a:latin typeface="Courier New"/>
              </a:rPr>
              <a:t>React.ChangeEvent</a:t>
            </a:r>
            <a:r>
              <a:rPr sz="900" b="0" i="1" dirty="0">
                <a:solidFill>
                  <a:srgbClr val="88846F"/>
                </a:solidFill>
                <a:latin typeface="Courier New"/>
              </a:rPr>
              <a:t>&lt;</a:t>
            </a:r>
            <a:r>
              <a:rPr sz="900" b="0" i="1" dirty="0" err="1">
                <a:solidFill>
                  <a:srgbClr val="88846F"/>
                </a:solidFill>
                <a:latin typeface="Courier New"/>
              </a:rPr>
              <a:t>HTMLInputElement</a:t>
            </a:r>
            <a:r>
              <a:rPr sz="900" b="0" i="1" dirty="0">
                <a:solidFill>
                  <a:srgbClr val="88846F"/>
                </a:solidFill>
                <a:latin typeface="Courier New"/>
              </a:rPr>
              <a:t>&gt; types </a:t>
            </a:r>
            <a:r>
              <a:rPr sz="900" b="0" i="1" dirty="0" err="1">
                <a:solidFill>
                  <a:srgbClr val="88846F"/>
                </a:solidFill>
                <a:latin typeface="Courier New"/>
              </a:rPr>
              <a:t>e.target</a:t>
            </a:r>
            <a:r>
              <a:rPr sz="900" b="0" i="1" dirty="0">
                <a:solidFill>
                  <a:srgbClr val="88846F"/>
                </a:solidFill>
                <a:latin typeface="Courier New"/>
              </a:rPr>
              <a:t> as an &lt;input&gt;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handleSearchChange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 =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 e: </a:t>
            </a:r>
            <a:r>
              <a:rPr sz="900" b="0" i="0" dirty="0" err="1">
                <a:solidFill>
                  <a:srgbClr val="66D9EF"/>
                </a:solidFill>
                <a:latin typeface="Courier New"/>
              </a:rPr>
              <a:t>React.ChangeEvent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900" b="0" i="0" dirty="0" err="1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): </a:t>
            </a:r>
            <a:r>
              <a:rPr sz="900" b="0" i="0" dirty="0">
                <a:solidFill>
                  <a:srgbClr val="66D9EF"/>
                </a:solidFill>
                <a:latin typeface="Courier New"/>
              </a:rPr>
              <a:t>void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setSearchTerm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e.target.value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88846F"/>
                </a:solidFill>
                <a:latin typeface="Courier New"/>
              </a:rPr>
              <a:t>// Derived value -- recomputed every render, not stored in state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filteredCourses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 =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courses.</a:t>
            </a:r>
            <a:r>
              <a:rPr sz="900" b="0" i="0" dirty="0" err="1">
                <a:solidFill>
                  <a:srgbClr val="A6E22E"/>
                </a:solidFill>
                <a:latin typeface="Courier New"/>
              </a:rPr>
              <a:t>filter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((c) =&gt;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c.title.</a:t>
            </a:r>
            <a:r>
              <a:rPr sz="900" b="0" i="0" dirty="0" err="1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().</a:t>
            </a:r>
            <a:r>
              <a:rPr sz="900" b="0" i="0" dirty="0">
                <a:solidFill>
                  <a:srgbClr val="A6E22E"/>
                </a:solidFill>
                <a:latin typeface="Courier New"/>
              </a:rPr>
              <a:t>includes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searchTerm.</a:t>
            </a:r>
            <a:r>
              <a:rPr sz="900" b="0" i="0" dirty="0" err="1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88846F"/>
                </a:solidFill>
                <a:latin typeface="Courier New"/>
              </a:rPr>
              <a:t>// Inside your return ( ... ) JSX, update the input element from before: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92672"/>
                </a:solidFill>
                <a:latin typeface="Courier New"/>
              </a:rPr>
              <a:t>&lt;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input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 ref={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searchInputRef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 value={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searchTerm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onChange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={</a:t>
            </a:r>
            <a:r>
              <a:rPr sz="900" b="0" i="0" dirty="0" err="1">
                <a:solidFill>
                  <a:srgbClr val="F8F8F2"/>
                </a:solidFill>
                <a:latin typeface="Courier New"/>
              </a:rPr>
              <a:t>handleSearchChange</a:t>
            </a:r>
            <a:r>
              <a:rPr sz="9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F92672"/>
                </a:solidFill>
                <a:latin typeface="Courier New"/>
              </a:rPr>
              <a:t>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Typing DOM Events Inside Hooks</a:t>
            </a:r>
          </a:p>
        </p:txBody>
      </p:sp>
      <p:sp>
        <p:nvSpPr>
          <p:cNvPr id="18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8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React.ChangeEvent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&lt;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HTMLInputElement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&gt;</a:t>
            </a:r>
            <a:r>
              <a:rPr sz="1300" dirty="0">
                <a:solidFill>
                  <a:srgbClr val="000000"/>
                </a:solidFill>
                <a:latin typeface="Arial"/>
              </a:rPr>
              <a:t> types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e.target.value</a:t>
            </a:r>
            <a:r>
              <a:rPr sz="1300" dirty="0">
                <a:solidFill>
                  <a:srgbClr val="000000"/>
                </a:solidFill>
                <a:latin typeface="Arial"/>
              </a:rPr>
              <a:t> as a string, no 'any' needed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e.target.value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JavaScript: "Give me whatever text is currently sitting in this input."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filteredCourses</a:t>
            </a:r>
            <a:r>
              <a:rPr sz="1300" dirty="0">
                <a:solidFill>
                  <a:srgbClr val="000000"/>
                </a:solidFill>
                <a:latin typeface="Arial"/>
              </a:rPr>
              <a:t> is NOT stored in state -- recalculated from courses +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searchTerm</a:t>
            </a:r>
            <a:r>
              <a:rPr sz="1300" dirty="0">
                <a:solidFill>
                  <a:srgbClr val="000000"/>
                </a:solidFill>
                <a:latin typeface="Arial"/>
              </a:rPr>
              <a:t> every render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value={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searchTerm</a:t>
            </a:r>
            <a:r>
              <a:rPr sz="1300" b="1" dirty="0">
                <a:solidFill>
                  <a:srgbClr val="000000"/>
                </a:solidFill>
                <a:latin typeface="Arial"/>
              </a:rPr>
              <a:t>}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React: "Always show whatever is in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searchTerm</a:t>
            </a:r>
            <a:r>
              <a:rPr sz="1300" dirty="0">
                <a:solidFill>
                  <a:srgbClr val="000000"/>
                </a:solidFill>
                <a:latin typeface="Arial"/>
              </a:rPr>
              <a:t> as this input's value -- don't let the browser manage it."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Combining hooks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useState</a:t>
            </a:r>
            <a:r>
              <a:rPr sz="1300" dirty="0">
                <a:solidFill>
                  <a:srgbClr val="000000"/>
                </a:solidFill>
                <a:latin typeface="Arial"/>
              </a:rPr>
              <a:t> for the term,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useRef</a:t>
            </a:r>
            <a:r>
              <a:rPr sz="1300" dirty="0">
                <a:solidFill>
                  <a:srgbClr val="000000"/>
                </a:solidFill>
                <a:latin typeface="Arial"/>
              </a:rPr>
              <a:t> for the DOM node, one handler ties them together</a:t>
            </a:r>
          </a:p>
        </p:txBody>
      </p:sp>
      <p:sp>
        <p:nvSpPr>
          <p:cNvPr id="19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 handleSearchChange =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  e: </a:t>
            </a:r>
            <a:r>
              <a:rPr sz="1100" b="0" i="0">
                <a:solidFill>
                  <a:srgbClr val="66D9EF"/>
                </a:solidFill>
                <a:latin typeface="Courier New"/>
              </a:rPr>
              <a:t>React.ChangeEvent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100" b="0" i="0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): </a:t>
            </a:r>
            <a:r>
              <a:rPr sz="1100" b="0" i="0">
                <a:solidFill>
                  <a:srgbClr val="66D9EF"/>
                </a:solidFill>
                <a:latin typeface="Courier New"/>
              </a:rPr>
              <a:t>void</a:t>
            </a:r>
            <a:r>
              <a:rPr sz="1100" b="0" i="0">
                <a:solidFill>
                  <a:srgbClr val="F8F8F2"/>
                </a:solidFill>
                <a:latin typeface="Courier New"/>
              </a:rPr>
              <a:t>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  setSearchTerm(e.target.value);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8F8F2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Custom Hooks with Explicit Return Types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useToggle -- a reusable [value, toggle] pair for any boolean UI state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usePrevious&lt;T&gt; -- a generic hook that remembers the last render's value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Explicit return types on both -- a tuple type and a generic T | undefined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new src/hooks/ folder, separate from src/components/</a:t>
            </a:r>
          </a:p>
        </p:txBody>
      </p:sp>
      <p:sp>
        <p:nvSpPr>
          <p:cNvPr id="138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src/hooks/useToggle.ts  then  src/hooks/usePrevious.ts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Custom Hook: useToggle</a:t>
            </a:r>
          </a:p>
        </p:txBody>
      </p:sp>
      <p:sp>
        <p:nvSpPr>
          <p:cNvPr id="184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src/hooks/useToggle.ts, create your first custom hook.</a:t>
            </a:r>
          </a:p>
        </p:txBody>
      </p:sp>
      <p:sp>
        <p:nvSpPr>
          <p:cNvPr id="185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300" b="0" i="1" dirty="0" err="1">
                <a:solidFill>
                  <a:srgbClr val="88846F"/>
                </a:solidFill>
                <a:latin typeface="Courier New"/>
              </a:rPr>
              <a:t>src</a:t>
            </a:r>
            <a:r>
              <a:rPr sz="1300" b="0" i="1" dirty="0">
                <a:solidFill>
                  <a:srgbClr val="88846F"/>
                </a:solidFill>
                <a:latin typeface="Courier New"/>
              </a:rPr>
              <a:t>/hooks/</a:t>
            </a:r>
            <a:r>
              <a:rPr sz="1300" b="0" i="1" dirty="0" err="1">
                <a:solidFill>
                  <a:srgbClr val="88846F"/>
                </a:solidFill>
                <a:latin typeface="Courier New"/>
              </a:rPr>
              <a:t>useToggle.ts</a:t>
            </a:r>
            <a:endParaRPr sz="1300" b="0" i="1" dirty="0">
              <a:solidFill>
                <a:srgbClr val="88846F"/>
              </a:solidFill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useState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3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300" b="0" i="0" dirty="0">
                <a:solidFill>
                  <a:srgbClr val="E6DB74"/>
                </a:solidFill>
                <a:latin typeface="Courier New"/>
              </a:rPr>
              <a:t>"react"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 dirty="0">
                <a:solidFill>
                  <a:srgbClr val="88846F"/>
                </a:solidFill>
                <a:latin typeface="Courier New"/>
              </a:rPr>
              <a:t>// Explicit return type: a tuple of [current value, toggle function]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300" b="0" i="0" dirty="0" err="1">
                <a:solidFill>
                  <a:srgbClr val="A6E22E"/>
                </a:solidFill>
                <a:latin typeface="Courier New"/>
              </a:rPr>
              <a:t>useToggle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initialValue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: </a:t>
            </a:r>
            <a:r>
              <a:rPr sz="1300" b="0" i="0" dirty="0" err="1">
                <a:solidFill>
                  <a:srgbClr val="66D9EF"/>
                </a:solidFill>
                <a:latin typeface="Courier New"/>
              </a:rPr>
              <a:t>boolean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): [</a:t>
            </a:r>
            <a:r>
              <a:rPr sz="1300" b="0" i="0" dirty="0" err="1">
                <a:solidFill>
                  <a:srgbClr val="66D9EF"/>
                </a:solidFill>
                <a:latin typeface="Courier New"/>
              </a:rPr>
              <a:t>boolean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, () =&gt; </a:t>
            </a:r>
            <a:r>
              <a:rPr sz="1300" b="0" i="0" dirty="0">
                <a:solidFill>
                  <a:srgbClr val="66D9EF"/>
                </a:solidFill>
                <a:latin typeface="Courier New"/>
              </a:rPr>
              <a:t>void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]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3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[value, 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setValue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3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300" b="0" i="0" dirty="0" err="1">
                <a:solidFill>
                  <a:srgbClr val="66D9EF"/>
                </a:solidFill>
                <a:latin typeface="Courier New"/>
              </a:rPr>
              <a:t>boolean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initialValue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3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toggle = (): </a:t>
            </a:r>
            <a:r>
              <a:rPr sz="1300" b="0" i="0" dirty="0">
                <a:solidFill>
                  <a:srgbClr val="66D9EF"/>
                </a:solidFill>
                <a:latin typeface="Courier New"/>
              </a:rPr>
              <a:t>void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setValue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((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prev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) =&gt; !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prev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3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[value, toggle];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F92672"/>
                </a:solidFill>
                <a:latin typeface="Courier New"/>
              </a:rPr>
              <a:t>export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300" b="0" i="0" dirty="0">
                <a:solidFill>
                  <a:srgbClr val="F92672"/>
                </a:solidFill>
                <a:latin typeface="Courier New"/>
              </a:rPr>
              <a:t>default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300" b="0" i="0" dirty="0" err="1">
                <a:solidFill>
                  <a:srgbClr val="F8F8F2"/>
                </a:solidFill>
                <a:latin typeface="Courier New"/>
              </a:rPr>
              <a:t>useToggle</a:t>
            </a:r>
            <a:r>
              <a:rPr sz="1300" b="0" i="0" dirty="0">
                <a:solidFill>
                  <a:srgbClr val="F8F8F2"/>
                </a:solidFill>
                <a:latin typeface="Courier New"/>
              </a:rPr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Custom Hook: usePrevious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src/hooks/usePrevious.ts, create a second custom hook.</a:t>
            </a:r>
          </a:p>
        </p:txBody>
      </p:sp>
      <p:sp>
        <p:nvSpPr>
          <p:cNvPr id="145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src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/hooks/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usePrevious.ts</a:t>
            </a:r>
            <a:endParaRPr sz="1200" b="0" i="1" dirty="0">
              <a:solidFill>
                <a:srgbClr val="88846F"/>
              </a:solidFill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useRef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useEffect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"react";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Generic T -- works for any state type (string, number, User, etc.)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usePrevious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&gt;(value: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):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undefined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  //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useRef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&lt;T&gt;() alone will NOT compile -- it needs an initial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ref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useRef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undefined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undefined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useEffect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ref.current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value;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}, [value]);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ref.current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export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default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usePrevious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Custom Hooks with Explicit Return Types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: [boolean, () =&gt; void]</a:t>
            </a:r>
            <a:r>
              <a:rPr sz="1300">
                <a:solidFill>
                  <a:srgbClr val="000000"/>
                </a:solidFill>
                <a:latin typeface="Arial"/>
              </a:rPr>
              <a:t> -- the explicit tuple return type, same pattern as useState itself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usePrevious&lt;T&gt;</a:t>
            </a:r>
            <a:r>
              <a:rPr sz="1300">
                <a:solidFill>
                  <a:srgbClr val="000000"/>
                </a:solidFill>
                <a:latin typeface="Arial"/>
              </a:rPr>
              <a:t> -- the generic makes it reusable for searchTerm, selectedUser, or anything else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ref.current = value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JavaScript: "After you finish rendering, save this value into ref.current for next time."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A custom hook</a:t>
            </a:r>
            <a:r>
              <a:rPr sz="1300">
                <a:solidFill>
                  <a:srgbClr val="000000"/>
                </a:solidFill>
                <a:latin typeface="Arial"/>
              </a:rPr>
              <a:t> is just a function starting with 'use' that calls other hooks inside it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export default</a:t>
            </a:r>
            <a:r>
              <a:rPr sz="1300">
                <a:solidFill>
                  <a:srgbClr val="000000"/>
                </a:solidFill>
                <a:latin typeface="Arial"/>
              </a:rPr>
              <a:t> -- one hook per file, imported wherever it's needed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92672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 useToggle </a:t>
            </a:r>
            <a:r>
              <a:rPr sz="1000" b="0" i="0">
                <a:solidFill>
                  <a:srgbClr val="F92672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DB74"/>
                </a:solidFill>
                <a:latin typeface="Courier New"/>
              </a:rPr>
              <a:t>"./hooks/useToggle"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92672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 usePrevious </a:t>
            </a:r>
            <a:r>
              <a:rPr sz="1000" b="0" i="0">
                <a:solidFill>
                  <a:srgbClr val="F92672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DB74"/>
                </a:solidFill>
                <a:latin typeface="Courier New"/>
              </a:rPr>
              <a:t>"./hooks/usePrevious"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846F"/>
                </a:solidFill>
                <a:latin typeface="Courier New"/>
              </a:rPr>
              <a:t>//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 [showDetails, toggleDetails]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000" b="0" i="0">
                <a:solidFill>
                  <a:srgbClr val="A6E22E"/>
                </a:solidFill>
                <a:latin typeface="Courier New"/>
              </a:rPr>
              <a:t>useToggle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AE81FF"/>
                </a:solidFill>
                <a:latin typeface="Courier New"/>
              </a:rPr>
              <a:t>false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 previousSearch = </a:t>
            </a:r>
            <a:r>
              <a:rPr sz="1000" b="0" i="0">
                <a:solidFill>
                  <a:srgbClr val="A6E22E"/>
                </a:solidFill>
                <a:latin typeface="Courier New"/>
              </a:rPr>
              <a:t>usePrevious</a:t>
            </a:r>
            <a:r>
              <a:rPr sz="1000" b="0" i="0">
                <a:solidFill>
                  <a:srgbClr val="F8F8F2"/>
                </a:solidFill>
                <a:latin typeface="Courier New"/>
              </a:rPr>
              <a:t>(searchTerm);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useState vs useRef vs useEffect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Three hooks, three different jobs -- know which one to reach for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useState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React: "remember this value, and re-render me whenever it changes." For anything the user can see: searchTerm, isLoading, selectedUser.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useRef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React: "remember this value between renders, but changing it should NOT redraw anything." A DOM element to focus (searchInputRef), or usePrevious's between-render memory.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useEffect</a:t>
            </a:r>
            <a:r>
              <a:rPr sz="1300">
                <a:solidFill>
                  <a:srgbClr val="000000"/>
                </a:solidFill>
                <a:latin typeface="Arial"/>
              </a:rPr>
              <a:t> -- This tells React: "run this code after you render." It stores nothing -- it does something: [] runs it once on mount (our simulated fetch); [value] re-runs it when value changes.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The trap to remember</a:t>
            </a:r>
            <a:r>
              <a:rPr sz="1300">
                <a:solidFill>
                  <a:srgbClr val="000000"/>
                </a:solidFill>
                <a:latin typeface="Arial"/>
              </a:rPr>
              <a:t> -- if a value changes but the screen never updates, it was probably put in a ref (or a plain variable) when it needed to be state.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// One of each, from our App.tsx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[searchTerm, setSearchTerm]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string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>
                <a:solidFill>
                  <a:srgbClr val="E6DB74"/>
                </a:solidFill>
                <a:latin typeface="Courier New"/>
              </a:rPr>
              <a:t>""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// setter re-renders the screen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 searchInputRef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A6E22E"/>
                </a:solidFill>
                <a:latin typeface="Courier New"/>
              </a:rPr>
              <a:t>useRef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// .current changes: no re-render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E22E"/>
                </a:solidFill>
                <a:latin typeface="Courier New"/>
              </a:rPr>
              <a:t>useEffect</a:t>
            </a:r>
            <a:r>
              <a:rPr sz="1200" b="0" i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8846F"/>
                </a:solidFill>
                <a:latin typeface="Courier New"/>
              </a:rPr>
              <a:t>  // runs after render (once: [])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8F2"/>
                </a:solidFill>
                <a:latin typeface="Courier New"/>
              </a:rPr>
              <a:t>}, []);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(1 of 3)</a:t>
            </a:r>
          </a:p>
        </p:txBody>
      </p:sp>
      <p:sp>
        <p:nvSpPr>
          <p:cNvPr id="19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the imports and mock data from Session 3 stay exactly as they are.</a:t>
            </a:r>
          </a:p>
        </p:txBody>
      </p:sp>
      <p:sp>
        <p:nvSpPr>
          <p:cNvPr id="193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src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/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App.tsx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 (final -- imports and mock data)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useEffect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useRef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"react"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type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"./types/index"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UserCard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"./components/</a:t>
            </a:r>
            <a:r>
              <a:rPr sz="1200" b="0" i="0" dirty="0" err="1">
                <a:solidFill>
                  <a:srgbClr val="E6DB74"/>
                </a:solidFill>
                <a:latin typeface="Courier New"/>
              </a:rPr>
              <a:t>UserCard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CourseCard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"./components/</a:t>
            </a:r>
            <a:r>
              <a:rPr sz="1200" b="0" i="0" dirty="0" err="1">
                <a:solidFill>
                  <a:srgbClr val="E6DB74"/>
                </a:solidFill>
                <a:latin typeface="Courier New"/>
              </a:rPr>
              <a:t>CourseCard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useToggle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"./hooks/</a:t>
            </a:r>
            <a:r>
              <a:rPr sz="1200" b="0" i="0" dirty="0" err="1">
                <a:solidFill>
                  <a:srgbClr val="E6DB74"/>
                </a:solidFill>
                <a:latin typeface="Courier New"/>
              </a:rPr>
              <a:t>useToggle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usePrevious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"./hooks/</a:t>
            </a:r>
            <a:r>
              <a:rPr sz="1200" b="0" i="0" dirty="0" err="1">
                <a:solidFill>
                  <a:srgbClr val="E6DB74"/>
                </a:solidFill>
                <a:latin typeface="Courier New"/>
              </a:rPr>
              <a:t>usePrevious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student: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id: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1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name: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"Juan dela Cruz"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email: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"juan@example.com"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role: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"student"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isActive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: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true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course: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code: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"ITELECT4"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title: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"IT Elective 4"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units: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semester: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"1st Semester 2026-2027"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(2 of 3)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wire every hook together inside the component.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src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/</a:t>
            </a:r>
            <a:r>
              <a:rPr sz="1200" b="0" i="1" dirty="0" err="1">
                <a:solidFill>
                  <a:srgbClr val="88846F"/>
                </a:solidFill>
                <a:latin typeface="Courier New"/>
              </a:rPr>
              <a:t>App.tsx</a:t>
            </a:r>
            <a:r>
              <a:rPr sz="1200" b="0" i="1" dirty="0">
                <a:solidFill>
                  <a:srgbClr val="88846F"/>
                </a:solidFill>
                <a:latin typeface="Courier New"/>
              </a:rPr>
              <a:t> (final -- state and effects, continued)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A6E22E"/>
                </a:solidFill>
                <a:latin typeface="Courier New"/>
              </a:rPr>
              <a:t>App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selectedUser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setSelectedUser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|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[courses,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setCourses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[]&gt;([]);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 err="1">
                <a:solidFill>
                  <a:srgbClr val="66D9EF"/>
                </a:solidFill>
                <a:latin typeface="Courier New"/>
              </a:rPr>
              <a:t>boolean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true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searchTerm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setSearchTerm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useState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string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searchInputRef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useRef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1200" b="0" i="0" dirty="0" err="1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[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showDetails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toggleDetails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]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useToggle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previousSearch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usePrevious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searchTerm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useEffect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1200" b="0" i="0" dirty="0" err="1">
                <a:solidFill>
                  <a:srgbClr val="A6E22E"/>
                </a:solidFill>
                <a:latin typeface="Courier New"/>
              </a:rPr>
              <a:t>setTimeout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 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setCourses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([course]);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  </a:t>
            </a:r>
            <a:r>
              <a:rPr sz="1200" b="0" i="0" dirty="0" err="1">
                <a:solidFill>
                  <a:srgbClr val="F8F8F2"/>
                </a:solidFill>
                <a:latin typeface="Courier New"/>
              </a:rPr>
              <a:t>setIsLoading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  },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500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}, []);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(3 of 3)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render the dynamic UI -- this closes out function App().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</a:t>
            </a:r>
            <a:r>
              <a:rPr sz="700" b="0" i="1" dirty="0" err="1">
                <a:solidFill>
                  <a:srgbClr val="88846F"/>
                </a:solidFill>
                <a:latin typeface="Courier New"/>
              </a:rPr>
              <a:t>src</a:t>
            </a:r>
            <a:r>
              <a:rPr sz="700" b="0" i="1" dirty="0">
                <a:solidFill>
                  <a:srgbClr val="88846F"/>
                </a:solidFill>
                <a:latin typeface="Courier New"/>
              </a:rPr>
              <a:t>/</a:t>
            </a:r>
            <a:r>
              <a:rPr sz="700" b="0" i="1" dirty="0" err="1">
                <a:solidFill>
                  <a:srgbClr val="88846F"/>
                </a:solidFill>
                <a:latin typeface="Courier New"/>
              </a:rPr>
              <a:t>App.tsx</a:t>
            </a:r>
            <a:r>
              <a:rPr sz="700" b="0" i="1" dirty="0">
                <a:solidFill>
                  <a:srgbClr val="88846F"/>
                </a:solidFill>
                <a:latin typeface="Courier New"/>
              </a:rPr>
              <a:t> (final -- render)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handleSearchChange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=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e: </a:t>
            </a:r>
            <a:r>
              <a:rPr sz="700" b="0" i="0" dirty="0" err="1">
                <a:solidFill>
                  <a:srgbClr val="66D9EF"/>
                </a:solidFill>
                <a:latin typeface="Courier New"/>
              </a:rPr>
              <a:t>React.ChangeEvent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700" b="0" i="0" dirty="0" err="1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):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void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=&gt;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setSearchTerm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e.target.value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filteredCourses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=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courses.</a:t>
            </a:r>
            <a:r>
              <a:rPr sz="700" b="0" i="0" dirty="0" err="1">
                <a:solidFill>
                  <a:srgbClr val="A6E22E"/>
                </a:solidFill>
                <a:latin typeface="Courier New"/>
              </a:rPr>
              <a:t>filter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((c) =&gt;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c.title.</a:t>
            </a:r>
            <a:r>
              <a:rPr sz="700" b="0" i="0" dirty="0" err="1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().</a:t>
            </a:r>
            <a:r>
              <a:rPr sz="700" b="0" i="0" dirty="0">
                <a:solidFill>
                  <a:srgbClr val="A6E22E"/>
                </a:solidFill>
                <a:latin typeface="Courier New"/>
              </a:rPr>
              <a:t>includes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searchTerm.</a:t>
            </a:r>
            <a:r>
              <a:rPr sz="700" b="0" i="0" dirty="0" err="1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isLoading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)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&lt;p&gt;Loading courses...&lt;/p&gt;;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&lt;div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="app"&gt;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&lt;input ref={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searchInputRef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 value={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searchTerm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type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"text"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placeholder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"Search courses..."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  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onChange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handleSearchChange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 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previousSearch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!== undefined &amp;&amp;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previousSearch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!==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searchTerm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&amp;&amp; &lt;p&gt;Previous search: "{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previousSearch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}"&lt;/p&gt;}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</a:t>
            </a:r>
            <a:r>
              <a:rPr sz="700" b="0" i="0" dirty="0" err="1">
                <a:solidFill>
                  <a:srgbClr val="66D9EF"/>
                </a:solidFill>
                <a:latin typeface="Courier New"/>
              </a:rPr>
              <a:t>UserCard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user={student}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onSelect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setSelectedUser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 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selectedUser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&amp;&amp; &lt;p&gt;Selected: {selectedUser.name}&lt;/p&gt;}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&lt;button 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onClick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toggleDetails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}&gt;{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showDetails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? "Hide" : "Show"} Details&lt;/button&gt;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filteredCourses.</a:t>
            </a:r>
            <a:r>
              <a:rPr sz="700" b="0" i="0" dirty="0" err="1">
                <a:solidFill>
                  <a:srgbClr val="A6E22E"/>
                </a:solidFill>
                <a:latin typeface="Courier New"/>
              </a:rPr>
              <a:t>map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((c) =&gt;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</a:t>
            </a:r>
            <a:r>
              <a:rPr sz="700" b="0" i="0" dirty="0" err="1">
                <a:solidFill>
                  <a:srgbClr val="66D9EF"/>
                </a:solidFill>
                <a:latin typeface="Courier New"/>
              </a:rPr>
              <a:t>CourseCard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key={</a:t>
            </a:r>
            <a:r>
              <a:rPr sz="700" b="0" i="0" dirty="0" err="1">
                <a:solidFill>
                  <a:srgbClr val="F8F8F2"/>
                </a:solidFill>
                <a:latin typeface="Courier New"/>
              </a:rPr>
              <a:t>c.code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 course={c} 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))}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F92672"/>
                </a:solidFill>
                <a:latin typeface="Courier New"/>
              </a:rPr>
              <a:t>export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default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App;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"/>
          <p:cNvSpPr txBox="1"/>
          <p:nvPr/>
        </p:nvSpPr>
        <p:spPr>
          <a:xfrm>
            <a:off x="347472" y="182880"/>
            <a:ext cx="84490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GT2 - Part 2 of 3</a:t>
            </a:r>
          </a:p>
        </p:txBody>
      </p:sp>
      <p:sp>
        <p:nvSpPr>
          <p:cNvPr id="196" name="TextBox"/>
          <p:cNvSpPr txBox="1"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5534A"/>
                </a:solidFill>
                <a:latin typeface="Arial"/>
                <a:cs typeface="Arial"/>
              </a:rPr>
              <a:t>Graded Task  |  Submit Today -- No Tag Yet</a:t>
            </a:r>
          </a:p>
        </p:txBody>
      </p:sp>
      <p:sp>
        <p:nvSpPr>
          <p:cNvPr id="197" name="TextBox"/>
          <p:cNvSpPr txBox="1"/>
          <p:nvPr/>
        </p:nvSpPr>
        <p:spPr>
          <a:xfrm>
            <a:off x="457200" y="11521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What to do:</a:t>
            </a:r>
          </a:p>
        </p:txBody>
      </p:sp>
      <p:sp>
        <p:nvSpPr>
          <p:cNvPr id="198" name="TextBox"/>
          <p:cNvSpPr txBox="1"/>
          <p:nvPr/>
        </p:nvSpPr>
        <p:spPr>
          <a:xfrm>
            <a:off x="457200" y="1536192"/>
            <a:ext cx="5029200" cy="3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useState</a:t>
            </a:r>
            <a:r>
              <a:rPr sz="1100" dirty="0">
                <a:solidFill>
                  <a:srgbClr val="000000"/>
                </a:solidFill>
                <a:latin typeface="Arial"/>
              </a:rPr>
              <a:t>&lt;T&gt; for at least 2 pieces of state (e.g. selected item, list data, loading flag)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useEffect</a:t>
            </a:r>
            <a:r>
              <a:rPr sz="1100" dirty="0">
                <a:solidFill>
                  <a:srgbClr val="000000"/>
                </a:solidFill>
                <a:latin typeface="Arial"/>
              </a:rPr>
              <a:t> to load your mock data on mount, replacing hard-coded JSX values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useRef</a:t>
            </a:r>
            <a:r>
              <a:rPr sz="1100" dirty="0">
                <a:solidFill>
                  <a:srgbClr val="000000"/>
                </a:solidFill>
                <a:latin typeface="Arial"/>
              </a:rPr>
              <a:t> for one DOM reference (e.g. an input you can focus)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a typed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onChange</a:t>
            </a:r>
            <a:r>
              <a:rPr sz="1100" dirty="0">
                <a:solidFill>
                  <a:srgbClr val="000000"/>
                </a:solidFill>
                <a:latin typeface="Arial"/>
              </a:rPr>
              <a:t> handler using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React.ChangeEvent</a:t>
            </a:r>
            <a:r>
              <a:rPr sz="1100" dirty="0">
                <a:solidFill>
                  <a:srgbClr val="000000"/>
                </a:solidFill>
                <a:latin typeface="Arial"/>
              </a:rPr>
              <a:t>&lt;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HTMLInputElement</a:t>
            </a:r>
            <a:r>
              <a:rPr sz="1100" dirty="0">
                <a:solidFill>
                  <a:srgbClr val="000000"/>
                </a:solidFill>
                <a:latin typeface="Arial"/>
              </a:rPr>
              <a:t>&gt;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Write 2 custom hooks with explicit return types (your own, or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useToggle</a:t>
            </a:r>
            <a:r>
              <a:rPr sz="1100" dirty="0">
                <a:solidFill>
                  <a:srgbClr val="000000"/>
                </a:solidFill>
                <a:latin typeface="Arial"/>
              </a:rPr>
              <a:t>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usePrevious</a:t>
            </a:r>
            <a:r>
              <a:rPr sz="110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Your mock data must render dynamically via state -- not hard-coded in JSX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 err="1">
                <a:solidFill>
                  <a:srgbClr val="000000"/>
                </a:solidFill>
                <a:latin typeface="Arial"/>
              </a:rPr>
              <a:t>npm</a:t>
            </a:r>
            <a:r>
              <a:rPr sz="1100" dirty="0">
                <a:solidFill>
                  <a:srgbClr val="000000"/>
                </a:solidFill>
                <a:latin typeface="Arial"/>
              </a:rPr>
              <a:t> run dev must run with ZERO TypeScript errors</a:t>
            </a:r>
          </a:p>
        </p:txBody>
      </p:sp>
      <p:sp>
        <p:nvSpPr>
          <p:cNvPr id="199" name="TextBox"/>
          <p:cNvSpPr txBox="1"/>
          <p:nvPr/>
        </p:nvSpPr>
        <p:spPr>
          <a:xfrm>
            <a:off x="5998464" y="1152144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Reminders</a:t>
            </a:r>
          </a:p>
        </p:txBody>
      </p:sp>
      <p:sp>
        <p:nvSpPr>
          <p:cNvPr id="200" name="TextBox"/>
          <p:cNvSpPr txBox="1"/>
          <p:nvPr/>
        </p:nvSpPr>
        <p:spPr>
          <a:xfrm>
            <a:off x="5998464" y="1536192"/>
            <a:ext cx="2743200" cy="3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Push to itelect4-project repo -- no tag yet, GT2 finalizes next session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GT2 Part 3 (Tailwind + polish + tag gt2) is next session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Grading: GT1-GT6 are 40% total, no individual weight per part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Keep hooks in src/hooks/, one hook per file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GT2 Part 2 -- Push to GitHub</a:t>
            </a:r>
          </a:p>
        </p:txBody>
      </p:sp>
      <p:sp>
        <p:nvSpPr>
          <p:cNvPr id="20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Verify everything renders dynamically, then commit and push.</a:t>
            </a:r>
          </a:p>
        </p:txBody>
      </p:sp>
      <p:sp>
        <p:nvSpPr>
          <p:cNvPr id="207" name="TextBox"/>
          <p:cNvSpPr txBox="1"/>
          <p:nvPr/>
        </p:nvSpPr>
        <p:spPr>
          <a:xfrm>
            <a:off x="347472" y="1000000"/>
            <a:ext cx="84490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Before you push, double-check:</a:t>
            </a:r>
          </a:p>
        </p:txBody>
      </p:sp>
      <p:sp>
        <p:nvSpPr>
          <p:cNvPr id="208" name="TextBox"/>
          <p:cNvSpPr txBox="1"/>
          <p:nvPr/>
        </p:nvSpPr>
        <p:spPr>
          <a:xfrm>
            <a:off x="347472" y="1380000"/>
            <a:ext cx="8449056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npm run dev starts with zero TypeScript errors in the terminal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Courses and loading state come from useState + useEffect, not hard-coded JSX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The search input filters courses using your typed onChange handler</a:t>
            </a:r>
          </a:p>
        </p:txBody>
      </p:sp>
      <p:sp>
        <p:nvSpPr>
          <p:cNvPr id="209" name="TextBox"/>
          <p:cNvSpPr txBox="1"/>
          <p:nvPr/>
        </p:nvSpPr>
        <p:spPr>
          <a:xfrm>
            <a:off x="438912" y="2680000"/>
            <a:ext cx="82661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5534A"/>
                </a:solidFill>
                <a:latin typeface="Arial"/>
                <a:cs typeface="Arial"/>
              </a:rPr>
              <a:t>Terminal</a:t>
            </a:r>
          </a:p>
        </p:txBody>
      </p:sp>
      <p:sp>
        <p:nvSpPr>
          <p:cNvPr id="210" name="CodeBox"/>
          <p:cNvSpPr/>
          <p:nvPr/>
        </p:nvSpPr>
        <p:spPr>
          <a:xfrm>
            <a:off x="438912" y="2920000"/>
            <a:ext cx="8266176" cy="155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F8F8F2"/>
                </a:solidFill>
                <a:latin typeface="Courier New"/>
              </a:rPr>
              <a:t>&gt; npm run dev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8F8F2"/>
                </a:solidFill>
                <a:latin typeface="Courier New"/>
              </a:rPr>
              <a:t>&gt; git add 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8F8F2"/>
                </a:solidFill>
                <a:latin typeface="Courier New"/>
              </a:rPr>
              <a:t>&gt; git commit -m </a:t>
            </a:r>
            <a:r>
              <a:rPr sz="1050" b="0" i="0">
                <a:solidFill>
                  <a:srgbClr val="E6DB74"/>
                </a:solidFill>
                <a:latin typeface="Courier New"/>
              </a:rPr>
              <a:t>"GT2 Part 2: useState, useEffect, useRef, custom hooks"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8F8F2"/>
                </a:solidFill>
                <a:latin typeface="Courier New"/>
              </a:rPr>
              <a:t>&gt; git push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"/>
          <p:cNvSpPr txBox="1"/>
          <p:nvPr/>
        </p:nvSpPr>
        <p:spPr>
          <a:xfrm>
            <a:off x="347472" y="457200"/>
            <a:ext cx="844905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Before Next Session</a:t>
            </a:r>
          </a:p>
        </p:txBody>
      </p:sp>
      <p:sp>
        <p:nvSpPr>
          <p:cNvPr id="216" name="TextBox"/>
          <p:cNvSpPr txBox="1"/>
          <p:nvPr/>
        </p:nvSpPr>
        <p:spPr>
          <a:xfrm>
            <a:off x="548640" y="1024128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5534A"/>
                </a:solidFill>
                <a:latin typeface="Arial"/>
                <a:cs typeface="Arial"/>
              </a:rPr>
              <a:t>Session 5  |  Aug 1, 2026  |  Module 2  |  Tailwind CSS + UI Polish</a:t>
            </a:r>
          </a:p>
        </p:txBody>
      </p:sp>
      <p:sp>
        <p:nvSpPr>
          <p:cNvPr id="217" name="TextBox"/>
          <p:cNvSpPr txBox="1"/>
          <p:nvPr/>
        </p:nvSpPr>
        <p:spPr>
          <a:xfrm>
            <a:off x="457200" y="159105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For next session, you need to:</a:t>
            </a:r>
          </a:p>
        </p:txBody>
      </p:sp>
      <p:sp>
        <p:nvSpPr>
          <p:cNvPr id="218" name="TextBox"/>
          <p:cNvSpPr txBox="1"/>
          <p:nvPr/>
        </p:nvSpPr>
        <p:spPr>
          <a:xfrm>
            <a:off x="457200" y="1975104"/>
            <a:ext cx="384048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Skim Tailwind CSS docs -- core utilities and responsive prefixes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Review your GT2 Part 2 hooks -- know what state each one manages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Make sure npm run dev still runs with zero errors</a:t>
            </a:r>
          </a:p>
        </p:txBody>
      </p:sp>
      <p:sp>
        <p:nvSpPr>
          <p:cNvPr id="219" name="TextBox"/>
          <p:cNvSpPr txBox="1"/>
          <p:nvPr/>
        </p:nvSpPr>
        <p:spPr>
          <a:xfrm>
            <a:off x="4846320" y="159105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Next session topics:</a:t>
            </a:r>
          </a:p>
        </p:txBody>
      </p:sp>
      <p:sp>
        <p:nvSpPr>
          <p:cNvPr id="220" name="TextBox"/>
          <p:cNvSpPr txBox="1"/>
          <p:nvPr/>
        </p:nvSpPr>
        <p:spPr>
          <a:xfrm>
            <a:off x="4846320" y="1975104"/>
            <a:ext cx="384048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Tailwind CSS -- utility-first styling, responsive design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Dark mode toggle and component variants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Loading and error states, styled properly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GT2 Part 3 -- finalize, tag gt2, submit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"/>
          <p:cNvSpPr txBox="1"/>
          <p:nvPr/>
        </p:nvSpPr>
        <p:spPr>
          <a:xfrm>
            <a:off x="347472" y="3150000"/>
            <a:ext cx="8449056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359444"/>
                </a:solidFill>
                <a:latin typeface="Arial"/>
                <a:cs typeface="Arial"/>
              </a:rPr>
              <a:t>ITELECT4  |  Session 4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11016</TotalTime>
  <Words>3625</Words>
  <Application>Microsoft Office PowerPoint</Application>
  <PresentationFormat>On-screen Show (16:9)</PresentationFormat>
  <Paragraphs>394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Calibri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Meloi Magpantay</cp:lastModifiedBy>
  <cp:revision>760</cp:revision>
  <dcterms:modified xsi:type="dcterms:W3CDTF">2026-07-25T00:43:24Z</dcterms:modified>
</cp:coreProperties>
</file>